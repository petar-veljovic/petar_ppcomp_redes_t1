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3" r:id="rId4"/>
    <p:sldId id="261" r:id="rId5"/>
    <p:sldId id="256" r:id="rId6"/>
  </p:sldIdLst>
  <p:sldSz cx="12192000" cy="6858000"/>
  <p:notesSz cx="6889750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5ACF4-672E-4282-B967-587D932E9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4F174A-C485-4D06-8FB5-9A0D42EE7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9E5B7B-D6A0-4AF1-95A6-DA009D65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8BFD57-DA16-46D8-BE74-964E1B499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2EBB9F-8D5C-4E7A-91A7-8442F28D7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50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E2B11-BDA1-4816-B41B-81518741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70F390-9544-4800-B32D-E5A701E3C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EAC65F-F5A1-433B-9023-9D02A4D0B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8E9811-FD5A-4F96-8901-1F5261C7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789E9B-55FA-4BD2-824D-1332B347E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4799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62510-4C97-4066-B147-5B371C99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60C71F-5A86-4BAA-BF55-C431BAF4D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E4C611-56EE-46A8-AAEF-63EB00E9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462B2C-331C-43EC-AA04-22962AEF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A8F554-5AB5-4772-995E-5D1F4919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01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832C9-D805-4AD8-98CB-AABA3CC0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EECA76-1CDD-458D-A221-C8CC92596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26D626-4523-4AE3-9C3A-8F61DB8F2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1BF023-8115-4B59-B431-C5EB265DE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8F27A5-8625-4302-8F70-196AF5AD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A4D367-BD7A-4A9B-9AF2-2CA9837E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261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705DC-2584-4F42-93C1-754B78428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1F57CD-9A3C-4346-8F3E-A111D0B32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B6A5FA-F7E3-42A5-82E5-B07E0C1B40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DFE8FF-1486-43BC-AF4E-27D0AC4CE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1" indent="0">
              <a:buNone/>
              <a:defRPr sz="2000" b="1"/>
            </a:lvl2pPr>
            <a:lvl3pPr marL="914423" indent="0">
              <a:buNone/>
              <a:defRPr sz="1801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9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1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C04B75-FB2E-47BE-9209-99A6D81A5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F57F65B-B362-46B1-B9DF-506E1694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6CDA6D-9AC9-4EC1-8C37-E244C93B0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9B0CA3-D0D0-4189-94D7-A889775E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02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D5E1A-9906-46DF-A80C-AC69B8FA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F1E69F2-D8DE-4AA2-9496-8D3FB3E36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B41C7A4-2E3A-4FF7-B203-6D6A1B404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2BBBFA-CF3D-4E76-9319-47A9F263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292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6689C9A-B856-401B-8A1B-CBF5C22B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A053E7-8568-46FF-9B8A-89B88692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EFAB6D-78D4-40C3-90D1-7655CF57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801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E0523-019A-4D3F-9BCD-7BCD4A6A7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F134A9-ADDB-43C3-853D-3DEF50551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1F3B85-3F38-42E2-AD07-0032637123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FDDCAB-A66D-403B-974A-1915E5D1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865904-78A5-44E9-B2AF-8784B4ED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1632BF-E0DE-43AB-9A00-E25AF539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5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00617-1564-48C9-8673-A37D9BD15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F0A9BCD-B6B5-49F9-A91E-44A2B6B8D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1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9" indent="0">
              <a:buNone/>
              <a:defRPr sz="2000"/>
            </a:lvl7pPr>
            <a:lvl8pPr marL="3200480" indent="0">
              <a:buNone/>
              <a:defRPr sz="2000"/>
            </a:lvl8pPr>
            <a:lvl9pPr marL="3657691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1BE6CF-7ED1-4621-9CC1-5E623C0AF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1" indent="0">
              <a:buNone/>
              <a:defRPr sz="1401"/>
            </a:lvl2pPr>
            <a:lvl3pPr marL="914423" indent="0">
              <a:buNone/>
              <a:defRPr sz="1200"/>
            </a:lvl3pPr>
            <a:lvl4pPr marL="1371634" indent="0">
              <a:buNone/>
              <a:defRPr sz="1001"/>
            </a:lvl4pPr>
            <a:lvl5pPr marL="1828846" indent="0">
              <a:buNone/>
              <a:defRPr sz="1001"/>
            </a:lvl5pPr>
            <a:lvl6pPr marL="2286057" indent="0">
              <a:buNone/>
              <a:defRPr sz="1001"/>
            </a:lvl6pPr>
            <a:lvl7pPr marL="2743269" indent="0">
              <a:buNone/>
              <a:defRPr sz="1001"/>
            </a:lvl7pPr>
            <a:lvl8pPr marL="3200480" indent="0">
              <a:buNone/>
              <a:defRPr sz="1001"/>
            </a:lvl8pPr>
            <a:lvl9pPr marL="3657691" indent="0">
              <a:buNone/>
              <a:defRPr sz="100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334B2A-DC88-4618-99A2-46474D20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BA8195-4418-478F-8DB2-F18271F44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7F01C75-8950-4D3F-A18C-B14E34F5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7244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07C667-2995-49BA-A579-F34447B0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6AB133-A235-4832-BA87-990E15B04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A32180-41AC-4117-B48F-70B58F58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5BD007-3AB9-4DF2-98B3-72507631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3F2FE3-3DC7-4B34-B19B-9A066948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574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BBD6C5-E6C1-4915-816C-1595548DB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87805F-D444-4A1A-926F-C0D2C92916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DE643F-CE5E-446D-92C3-8B46AAEB7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E317AA-ABF2-47ED-A232-56A39A78C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247468-1C17-47D3-9F4F-FE8D956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151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EEE7C83-1C11-4E6F-8C94-B13571A5A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FA805C-2925-40E9-86AB-F1A7451D7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C97AD8-74A9-43B4-B55E-1EE993EE5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C355-6755-439D-8701-49B107155D02}" type="datetimeFigureOut">
              <a:rPr lang="pt-BR" smtClean="0"/>
              <a:t>11/04/2023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B1DD5-A196-4193-9FCE-0F1EA1335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795737-3BD3-491C-BC24-1D8DBF3D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39FEE-4345-4812-B20C-30D03400C5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69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9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1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1" algn="l" defTabSz="914423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558715-2C20-4618-9D3C-5DB01FDB7DBF}"/>
              </a:ext>
            </a:extLst>
          </p:cNvPr>
          <p:cNvSpPr/>
          <p:nvPr/>
        </p:nvSpPr>
        <p:spPr>
          <a:xfrm>
            <a:off x="4303527" y="2756789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Thread Servidor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4E6F867-CB31-48E8-9E06-D27AE9AE591C}"/>
              </a:ext>
            </a:extLst>
          </p:cNvPr>
          <p:cNvSpPr/>
          <p:nvPr/>
        </p:nvSpPr>
        <p:spPr>
          <a:xfrm>
            <a:off x="7405872" y="3065132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D90A33B-4AE9-4563-8098-7A8256C25799}"/>
              </a:ext>
            </a:extLst>
          </p:cNvPr>
          <p:cNvSpPr/>
          <p:nvPr/>
        </p:nvSpPr>
        <p:spPr>
          <a:xfrm>
            <a:off x="7278281" y="2921593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73D67A8-7D83-44A5-A5AB-11BAD1C6AE9D}"/>
              </a:ext>
            </a:extLst>
          </p:cNvPr>
          <p:cNvSpPr/>
          <p:nvPr/>
        </p:nvSpPr>
        <p:spPr>
          <a:xfrm>
            <a:off x="7150690" y="2746156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Sensores Temperatura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45A74D8-DAD6-42E7-AAF3-EF2D5D8D5C63}"/>
              </a:ext>
            </a:extLst>
          </p:cNvPr>
          <p:cNvSpPr/>
          <p:nvPr/>
        </p:nvSpPr>
        <p:spPr>
          <a:xfrm>
            <a:off x="7405872" y="5202272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3B1901C-5750-4830-970E-16D8C2D4BE8A}"/>
              </a:ext>
            </a:extLst>
          </p:cNvPr>
          <p:cNvSpPr/>
          <p:nvPr/>
        </p:nvSpPr>
        <p:spPr>
          <a:xfrm>
            <a:off x="7278281" y="5058733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71552F9-F50F-4BB1-9513-678F1B073E94}"/>
              </a:ext>
            </a:extLst>
          </p:cNvPr>
          <p:cNvSpPr/>
          <p:nvPr/>
        </p:nvSpPr>
        <p:spPr>
          <a:xfrm>
            <a:off x="7150690" y="4883296"/>
            <a:ext cx="1447210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Lâmpadas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66E470C-17EC-4A60-A360-EEDB687A00F7}"/>
              </a:ext>
            </a:extLst>
          </p:cNvPr>
          <p:cNvSpPr/>
          <p:nvPr/>
        </p:nvSpPr>
        <p:spPr>
          <a:xfrm>
            <a:off x="7405871" y="954565"/>
            <a:ext cx="1447211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CAA212-1799-4A4D-B1C6-48F9BEBFE9BE}"/>
              </a:ext>
            </a:extLst>
          </p:cNvPr>
          <p:cNvSpPr/>
          <p:nvPr/>
        </p:nvSpPr>
        <p:spPr>
          <a:xfrm>
            <a:off x="7278280" y="811026"/>
            <a:ext cx="1447211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F0A7601-A245-4B9A-B8F5-1AEB5987550E}"/>
              </a:ext>
            </a:extLst>
          </p:cNvPr>
          <p:cNvSpPr/>
          <p:nvPr/>
        </p:nvSpPr>
        <p:spPr>
          <a:xfrm>
            <a:off x="7150689" y="635589"/>
            <a:ext cx="1447211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Sensores Presença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391A473-A011-48FA-9B6C-D27100A396F2}"/>
              </a:ext>
            </a:extLst>
          </p:cNvPr>
          <p:cNvSpPr/>
          <p:nvPr/>
        </p:nvSpPr>
        <p:spPr>
          <a:xfrm>
            <a:off x="1765300" y="2759169"/>
            <a:ext cx="1672561" cy="147792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Thread de Controle</a:t>
            </a:r>
          </a:p>
        </p:txBody>
      </p:sp>
      <p:cxnSp>
        <p:nvCxnSpPr>
          <p:cNvPr id="18" name="Conector: Angulado 17">
            <a:extLst>
              <a:ext uri="{FF2B5EF4-FFF2-40B4-BE49-F238E27FC236}">
                <a16:creationId xmlns:a16="http://schemas.microsoft.com/office/drawing/2014/main" id="{146D74D6-81E5-4822-B148-70244FA0590E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 flipV="1">
            <a:off x="5750737" y="1374552"/>
            <a:ext cx="1399952" cy="21212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7BD9FC32-3334-4FE7-B283-D8B22FECEBFC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5750737" y="3495752"/>
            <a:ext cx="1399953" cy="2126507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: Angulado 23">
            <a:extLst>
              <a:ext uri="{FF2B5EF4-FFF2-40B4-BE49-F238E27FC236}">
                <a16:creationId xmlns:a16="http://schemas.microsoft.com/office/drawing/2014/main" id="{10E99BC7-4C50-49DD-A9BF-CFCF6BD84DE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5750737" y="3485119"/>
            <a:ext cx="1399953" cy="1063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3ABE2769-9D5F-483C-A537-334DD077E5A3}"/>
              </a:ext>
            </a:extLst>
          </p:cNvPr>
          <p:cNvCxnSpPr>
            <a:cxnSpLocks/>
            <a:stCxn id="4" idx="1"/>
            <a:endCxn id="14" idx="3"/>
          </p:cNvCxnSpPr>
          <p:nvPr/>
        </p:nvCxnSpPr>
        <p:spPr>
          <a:xfrm rot="10800000" flipV="1">
            <a:off x="3437861" y="3495752"/>
            <a:ext cx="865666" cy="238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1AEBF489-8A6F-4769-A720-11662C6083A8}"/>
              </a:ext>
            </a:extLst>
          </p:cNvPr>
          <p:cNvCxnSpPr>
            <a:endCxn id="14" idx="0"/>
          </p:cNvCxnSpPr>
          <p:nvPr/>
        </p:nvCxnSpPr>
        <p:spPr>
          <a:xfrm rot="10800000" flipV="1">
            <a:off x="2601581" y="954565"/>
            <a:ext cx="4549108" cy="1804604"/>
          </a:xfrm>
          <a:prstGeom prst="bentConnector2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: Angulado 61">
            <a:extLst>
              <a:ext uri="{FF2B5EF4-FFF2-40B4-BE49-F238E27FC236}">
                <a16:creationId xmlns:a16="http://schemas.microsoft.com/office/drawing/2014/main" id="{F605B0F0-6B59-41FA-8316-5F63939C49D3}"/>
              </a:ext>
            </a:extLst>
          </p:cNvPr>
          <p:cNvCxnSpPr>
            <a:cxnSpLocks/>
            <a:endCxn id="14" idx="2"/>
          </p:cNvCxnSpPr>
          <p:nvPr/>
        </p:nvCxnSpPr>
        <p:spPr>
          <a:xfrm rot="10800000">
            <a:off x="2601581" y="4237096"/>
            <a:ext cx="4549108" cy="1935105"/>
          </a:xfrm>
          <a:prstGeom prst="bentConnector2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B230BC02-2BC6-47B1-8938-3608B19D54A5}"/>
              </a:ext>
            </a:extLst>
          </p:cNvPr>
          <p:cNvCxnSpPr>
            <a:cxnSpLocks/>
          </p:cNvCxnSpPr>
          <p:nvPr/>
        </p:nvCxnSpPr>
        <p:spPr>
          <a:xfrm rot="16200000" flipH="1">
            <a:off x="4252370" y="3030805"/>
            <a:ext cx="1704140" cy="4116719"/>
          </a:xfrm>
          <a:prstGeom prst="bentConnector2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2E61797-AE8D-4BD1-994D-EA37503026E9}"/>
              </a:ext>
            </a:extLst>
          </p:cNvPr>
          <p:cNvSpPr txBox="1"/>
          <p:nvPr/>
        </p:nvSpPr>
        <p:spPr>
          <a:xfrm>
            <a:off x="3692930" y="534577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Sensor acionado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21D2324E-FFA3-46A7-8839-9D9A7E96E028}"/>
              </a:ext>
            </a:extLst>
          </p:cNvPr>
          <p:cNvSpPr txBox="1"/>
          <p:nvPr/>
        </p:nvSpPr>
        <p:spPr>
          <a:xfrm>
            <a:off x="3870694" y="6273941"/>
            <a:ext cx="2141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Registro da Lâmpada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6B3EEE9-AE2D-4A3A-BAE1-3562FBCB1E72}"/>
              </a:ext>
            </a:extLst>
          </p:cNvPr>
          <p:cNvSpPr txBox="1"/>
          <p:nvPr/>
        </p:nvSpPr>
        <p:spPr>
          <a:xfrm>
            <a:off x="3558273" y="5489350"/>
            <a:ext cx="2635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Comando para a Lâmpada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AF19F2E5-6607-44AA-A84F-884AEEAAACBB}"/>
              </a:ext>
            </a:extLst>
          </p:cNvPr>
          <p:cNvSpPr txBox="1"/>
          <p:nvPr/>
        </p:nvSpPr>
        <p:spPr>
          <a:xfrm>
            <a:off x="9096154" y="3023753"/>
            <a:ext cx="2657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Conjunto de threads iniciadas pelo servidor, cada uma é criar quando um dispositivo se registra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18E7909-063F-419A-B416-9DEB279F77BF}"/>
              </a:ext>
            </a:extLst>
          </p:cNvPr>
          <p:cNvSpPr txBox="1"/>
          <p:nvPr/>
        </p:nvSpPr>
        <p:spPr>
          <a:xfrm>
            <a:off x="2749969" y="1430674"/>
            <a:ext cx="23808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Thread iniciada pelo servidor para controlar o acionamento das lâmpadas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375211A5-08E2-421B-933A-ECC1E5D8F805}"/>
              </a:ext>
            </a:extLst>
          </p:cNvPr>
          <p:cNvSpPr txBox="1"/>
          <p:nvPr/>
        </p:nvSpPr>
        <p:spPr>
          <a:xfrm>
            <a:off x="63769" y="63506"/>
            <a:ext cx="8534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Conjunto de Threads e trocas de mensagens entre elas e o controle usando filas (queues)</a:t>
            </a:r>
          </a:p>
        </p:txBody>
      </p:sp>
    </p:spTree>
    <p:extLst>
      <p:ext uri="{BB962C8B-B14F-4D97-AF65-F5344CB8AC3E}">
        <p14:creationId xmlns:p14="http://schemas.microsoft.com/office/powerpoint/2010/main" val="36521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9380EDA-2814-4FED-9866-B129BF0BE86B}"/>
              </a:ext>
            </a:extLst>
          </p:cNvPr>
          <p:cNvSpPr/>
          <p:nvPr/>
        </p:nvSpPr>
        <p:spPr>
          <a:xfrm>
            <a:off x="3527954" y="289655"/>
            <a:ext cx="1977643" cy="526838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CLIENTE - TEMPERATURA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33FDA6F-904C-4CD0-B3B2-0C380173D821}"/>
              </a:ext>
            </a:extLst>
          </p:cNvPr>
          <p:cNvSpPr/>
          <p:nvPr/>
        </p:nvSpPr>
        <p:spPr>
          <a:xfrm>
            <a:off x="6461717" y="285766"/>
            <a:ext cx="1956391" cy="532887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pt-BR" sz="1001" b="1" dirty="0">
                <a:solidFill>
                  <a:schemeClr val="bg1"/>
                </a:solidFill>
              </a:rPr>
              <a:t>THREAD TEMPERATURA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F14C33-2C8F-4C50-9D1C-945AC8FE61D3}"/>
              </a:ext>
            </a:extLst>
          </p:cNvPr>
          <p:cNvSpPr/>
          <p:nvPr/>
        </p:nvSpPr>
        <p:spPr>
          <a:xfrm>
            <a:off x="3527954" y="3112332"/>
            <a:ext cx="1977643" cy="271129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Leitura de Sensor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E0865EC7-6C64-4782-839E-475B83422054}"/>
              </a:ext>
            </a:extLst>
          </p:cNvPr>
          <p:cNvSpPr/>
          <p:nvPr/>
        </p:nvSpPr>
        <p:spPr>
          <a:xfrm>
            <a:off x="3527955" y="2279272"/>
            <a:ext cx="1977641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Mudança de Temperatura?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C0E4031-13B8-4D50-8B0E-1A3F8B71CA51}"/>
              </a:ext>
            </a:extLst>
          </p:cNvPr>
          <p:cNvCxnSpPr>
            <a:cxnSpLocks/>
            <a:stCxn id="41" idx="2"/>
            <a:endCxn id="7" idx="0"/>
          </p:cNvCxnSpPr>
          <p:nvPr/>
        </p:nvCxnSpPr>
        <p:spPr>
          <a:xfrm rot="5400000">
            <a:off x="4362105" y="2123814"/>
            <a:ext cx="310123" cy="7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osango 20">
            <a:extLst>
              <a:ext uri="{FF2B5EF4-FFF2-40B4-BE49-F238E27FC236}">
                <a16:creationId xmlns:a16="http://schemas.microsoft.com/office/drawing/2014/main" id="{4C9BB595-9000-419B-A362-F605285C8CA5}"/>
              </a:ext>
            </a:extLst>
          </p:cNvPr>
          <p:cNvSpPr/>
          <p:nvPr/>
        </p:nvSpPr>
        <p:spPr>
          <a:xfrm>
            <a:off x="6461719" y="2568054"/>
            <a:ext cx="1956389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Dispositivo Registrado?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92FAEF9C-2613-422E-89BE-4B267B53C8E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 rot="16200000" flipH="1">
            <a:off x="4339475" y="2935036"/>
            <a:ext cx="354601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500FE71C-443B-4FE0-B5A2-C273D8A53776}"/>
              </a:ext>
            </a:extLst>
          </p:cNvPr>
          <p:cNvCxnSpPr>
            <a:cxnSpLocks/>
            <a:stCxn id="7" idx="3"/>
            <a:endCxn id="41" idx="3"/>
          </p:cNvCxnSpPr>
          <p:nvPr/>
        </p:nvCxnSpPr>
        <p:spPr>
          <a:xfrm flipV="1">
            <a:off x="5505596" y="1833589"/>
            <a:ext cx="12700" cy="684919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311DBACA-B27C-4730-BBE8-C8B65AE57FBD}"/>
              </a:ext>
            </a:extLst>
          </p:cNvPr>
          <p:cNvCxnSpPr>
            <a:cxnSpLocks/>
            <a:stCxn id="6" idx="3"/>
            <a:endCxn id="36" idx="1"/>
          </p:cNvCxnSpPr>
          <p:nvPr/>
        </p:nvCxnSpPr>
        <p:spPr>
          <a:xfrm flipV="1">
            <a:off x="5505597" y="1868426"/>
            <a:ext cx="956119" cy="137947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8315BA69-F42D-44A0-80FD-292178AC5E47}"/>
              </a:ext>
            </a:extLst>
          </p:cNvPr>
          <p:cNvCxnSpPr>
            <a:cxnSpLocks/>
            <a:stCxn id="21" idx="3"/>
            <a:endCxn id="62" idx="0"/>
          </p:cNvCxnSpPr>
          <p:nvPr/>
        </p:nvCxnSpPr>
        <p:spPr>
          <a:xfrm>
            <a:off x="8418108" y="2807287"/>
            <a:ext cx="384638" cy="157013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D572E44F-B491-4205-87B3-61A5B945B6EB}"/>
              </a:ext>
            </a:extLst>
          </p:cNvPr>
          <p:cNvSpPr/>
          <p:nvPr/>
        </p:nvSpPr>
        <p:spPr>
          <a:xfrm>
            <a:off x="8091658" y="4377424"/>
            <a:ext cx="1422175" cy="3987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Armazena temperatura</a:t>
            </a:r>
          </a:p>
        </p:txBody>
      </p:sp>
      <p:cxnSp>
        <p:nvCxnSpPr>
          <p:cNvPr id="64" name="Conector: Angulado 63">
            <a:extLst>
              <a:ext uri="{FF2B5EF4-FFF2-40B4-BE49-F238E27FC236}">
                <a16:creationId xmlns:a16="http://schemas.microsoft.com/office/drawing/2014/main" id="{D85E8809-91BE-46AF-B42E-ED6F4EABFA32}"/>
              </a:ext>
            </a:extLst>
          </p:cNvPr>
          <p:cNvCxnSpPr>
            <a:cxnSpLocks/>
            <a:stCxn id="62" idx="2"/>
            <a:endCxn id="115" idx="3"/>
          </p:cNvCxnSpPr>
          <p:nvPr/>
        </p:nvCxnSpPr>
        <p:spPr>
          <a:xfrm rot="5400000">
            <a:off x="8450440" y="4746981"/>
            <a:ext cx="323142" cy="38147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EC1F8D09-DE2F-4701-9098-E78EF5CBF1FC}"/>
              </a:ext>
            </a:extLst>
          </p:cNvPr>
          <p:cNvCxnSpPr>
            <a:cxnSpLocks/>
            <a:stCxn id="87" idx="1"/>
            <a:endCxn id="83" idx="3"/>
          </p:cNvCxnSpPr>
          <p:nvPr/>
        </p:nvCxnSpPr>
        <p:spPr>
          <a:xfrm rot="10800000" flipV="1">
            <a:off x="5505737" y="3982212"/>
            <a:ext cx="952803" cy="111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: Angulado 246">
            <a:extLst>
              <a:ext uri="{FF2B5EF4-FFF2-40B4-BE49-F238E27FC236}">
                <a16:creationId xmlns:a16="http://schemas.microsoft.com/office/drawing/2014/main" id="{2A4863DB-A02A-4FEA-8A69-519671B99FAA}"/>
              </a:ext>
            </a:extLst>
          </p:cNvPr>
          <p:cNvCxnSpPr>
            <a:cxnSpLocks/>
            <a:stCxn id="21" idx="2"/>
            <a:endCxn id="87" idx="0"/>
          </p:cNvCxnSpPr>
          <p:nvPr/>
        </p:nvCxnSpPr>
        <p:spPr>
          <a:xfrm rot="5400000">
            <a:off x="7090900" y="3395531"/>
            <a:ext cx="698026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: Angulado 249">
            <a:extLst>
              <a:ext uri="{FF2B5EF4-FFF2-40B4-BE49-F238E27FC236}">
                <a16:creationId xmlns:a16="http://schemas.microsoft.com/office/drawing/2014/main" id="{7CCB89D6-B7CC-4914-9CEE-5BFACFF64CA9}"/>
              </a:ext>
            </a:extLst>
          </p:cNvPr>
          <p:cNvCxnSpPr>
            <a:cxnSpLocks/>
            <a:stCxn id="83" idx="1"/>
            <a:endCxn id="41" idx="1"/>
          </p:cNvCxnSpPr>
          <p:nvPr/>
        </p:nvCxnSpPr>
        <p:spPr>
          <a:xfrm rot="10800000">
            <a:off x="3529532" y="1833580"/>
            <a:ext cx="8401" cy="2149746"/>
          </a:xfrm>
          <a:prstGeom prst="bentConnector3">
            <a:avLst>
              <a:gd name="adj1" fmla="val 35804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to 253">
            <a:extLst>
              <a:ext uri="{FF2B5EF4-FFF2-40B4-BE49-F238E27FC236}">
                <a16:creationId xmlns:a16="http://schemas.microsoft.com/office/drawing/2014/main" id="{93AAE67B-B1C6-4338-AB01-5B2EB32EC381}"/>
              </a:ext>
            </a:extLst>
          </p:cNvPr>
          <p:cNvCxnSpPr>
            <a:cxnSpLocks/>
          </p:cNvCxnSpPr>
          <p:nvPr/>
        </p:nvCxnSpPr>
        <p:spPr>
          <a:xfrm>
            <a:off x="5902536" y="6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CaixaDeTexto 256">
            <a:extLst>
              <a:ext uri="{FF2B5EF4-FFF2-40B4-BE49-F238E27FC236}">
                <a16:creationId xmlns:a16="http://schemas.microsoft.com/office/drawing/2014/main" id="{1497F13B-48FD-4099-9507-FA23C2A8C51F}"/>
              </a:ext>
            </a:extLst>
          </p:cNvPr>
          <p:cNvSpPr txBox="1"/>
          <p:nvPr/>
        </p:nvSpPr>
        <p:spPr>
          <a:xfrm>
            <a:off x="5353566" y="2565131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258" name="CaixaDeTexto 257">
            <a:extLst>
              <a:ext uri="{FF2B5EF4-FFF2-40B4-BE49-F238E27FC236}">
                <a16:creationId xmlns:a16="http://schemas.microsoft.com/office/drawing/2014/main" id="{C3770BAB-02F8-4B4C-9614-C31E7AB6B0DB}"/>
              </a:ext>
            </a:extLst>
          </p:cNvPr>
          <p:cNvSpPr txBox="1"/>
          <p:nvPr/>
        </p:nvSpPr>
        <p:spPr>
          <a:xfrm>
            <a:off x="7450537" y="3085658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260" name="CaixaDeTexto 259">
            <a:extLst>
              <a:ext uri="{FF2B5EF4-FFF2-40B4-BE49-F238E27FC236}">
                <a16:creationId xmlns:a16="http://schemas.microsoft.com/office/drawing/2014/main" id="{CD089F7A-1000-4223-B52F-529419FE7908}"/>
              </a:ext>
            </a:extLst>
          </p:cNvPr>
          <p:cNvSpPr txBox="1"/>
          <p:nvPr/>
        </p:nvSpPr>
        <p:spPr>
          <a:xfrm>
            <a:off x="4594386" y="2757734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sp>
        <p:nvSpPr>
          <p:cNvPr id="261" name="CaixaDeTexto 260">
            <a:extLst>
              <a:ext uri="{FF2B5EF4-FFF2-40B4-BE49-F238E27FC236}">
                <a16:creationId xmlns:a16="http://schemas.microsoft.com/office/drawing/2014/main" id="{723C6BBE-94C0-4EBB-9762-6B3063325C18}"/>
              </a:ext>
            </a:extLst>
          </p:cNvPr>
          <p:cNvSpPr txBox="1"/>
          <p:nvPr/>
        </p:nvSpPr>
        <p:spPr>
          <a:xfrm>
            <a:off x="8317729" y="2593152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cxnSp>
        <p:nvCxnSpPr>
          <p:cNvPr id="272" name="Conector: Angulado 271">
            <a:extLst>
              <a:ext uri="{FF2B5EF4-FFF2-40B4-BE49-F238E27FC236}">
                <a16:creationId xmlns:a16="http://schemas.microsoft.com/office/drawing/2014/main" id="{5031A22B-6E20-4F7C-80A5-BFBA81C4CD95}"/>
              </a:ext>
            </a:extLst>
          </p:cNvPr>
          <p:cNvCxnSpPr>
            <a:cxnSpLocks/>
            <a:stCxn id="4" idx="2"/>
            <a:endCxn id="167" idx="0"/>
          </p:cNvCxnSpPr>
          <p:nvPr/>
        </p:nvCxnSpPr>
        <p:spPr>
          <a:xfrm rot="5400000">
            <a:off x="4350410" y="981905"/>
            <a:ext cx="331778" cy="95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B14A686A-6BC7-4ECF-BD2C-AC0D3877FCC5}"/>
              </a:ext>
            </a:extLst>
          </p:cNvPr>
          <p:cNvSpPr/>
          <p:nvPr/>
        </p:nvSpPr>
        <p:spPr>
          <a:xfrm>
            <a:off x="3529531" y="1698015"/>
            <a:ext cx="1976063" cy="27112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Leitura de Temperatura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3285DBE0-695F-4A84-993C-0CBC70A3CF43}"/>
              </a:ext>
            </a:extLst>
          </p:cNvPr>
          <p:cNvSpPr/>
          <p:nvPr/>
        </p:nvSpPr>
        <p:spPr>
          <a:xfrm>
            <a:off x="6458539" y="3744545"/>
            <a:ext cx="1962745" cy="475334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Dispositivo ainda não registrado</a:t>
            </a:r>
          </a:p>
        </p:txBody>
      </p: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FE65F13D-9D4B-44B0-8963-9A68BD6BCFE7}"/>
              </a:ext>
            </a:extLst>
          </p:cNvPr>
          <p:cNvSpPr/>
          <p:nvPr/>
        </p:nvSpPr>
        <p:spPr>
          <a:xfrm>
            <a:off x="6458531" y="4933690"/>
            <a:ext cx="1962745" cy="331193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Valor de leitura recebido</a:t>
            </a:r>
          </a:p>
        </p:txBody>
      </p:sp>
      <p:cxnSp>
        <p:nvCxnSpPr>
          <p:cNvPr id="123" name="Conector: Angulado 122">
            <a:extLst>
              <a:ext uri="{FF2B5EF4-FFF2-40B4-BE49-F238E27FC236}">
                <a16:creationId xmlns:a16="http://schemas.microsoft.com/office/drawing/2014/main" id="{CF3D6DFF-9163-47CC-B14F-C68F2A365762}"/>
              </a:ext>
            </a:extLst>
          </p:cNvPr>
          <p:cNvCxnSpPr>
            <a:cxnSpLocks/>
            <a:stCxn id="115" idx="1"/>
            <a:endCxn id="83" idx="2"/>
          </p:cNvCxnSpPr>
          <p:nvPr/>
        </p:nvCxnSpPr>
        <p:spPr>
          <a:xfrm rot="10800000">
            <a:off x="4521835" y="4191533"/>
            <a:ext cx="1936697" cy="907754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126CF11F-3706-4D04-A176-CF0D31604FF8}"/>
              </a:ext>
            </a:extLst>
          </p:cNvPr>
          <p:cNvSpPr/>
          <p:nvPr/>
        </p:nvSpPr>
        <p:spPr>
          <a:xfrm>
            <a:off x="3535882" y="1148271"/>
            <a:ext cx="1959877" cy="271129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Inicializa cliente</a:t>
            </a:r>
          </a:p>
        </p:txBody>
      </p:sp>
      <p:cxnSp>
        <p:nvCxnSpPr>
          <p:cNvPr id="170" name="Conector: Angulado 169">
            <a:extLst>
              <a:ext uri="{FF2B5EF4-FFF2-40B4-BE49-F238E27FC236}">
                <a16:creationId xmlns:a16="http://schemas.microsoft.com/office/drawing/2014/main" id="{B4122B58-DF7F-4667-999D-FE237494C134}"/>
              </a:ext>
            </a:extLst>
          </p:cNvPr>
          <p:cNvCxnSpPr>
            <a:cxnSpLocks/>
            <a:stCxn id="167" idx="2"/>
            <a:endCxn id="41" idx="0"/>
          </p:cNvCxnSpPr>
          <p:nvPr/>
        </p:nvCxnSpPr>
        <p:spPr>
          <a:xfrm rot="16200000" flipH="1">
            <a:off x="4377380" y="1557838"/>
            <a:ext cx="278617" cy="17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 35">
            <a:extLst>
              <a:ext uri="{FF2B5EF4-FFF2-40B4-BE49-F238E27FC236}">
                <a16:creationId xmlns:a16="http://schemas.microsoft.com/office/drawing/2014/main" id="{8A0A8080-4101-4599-9D81-665927E55A3D}"/>
              </a:ext>
            </a:extLst>
          </p:cNvPr>
          <p:cNvSpPr/>
          <p:nvPr/>
        </p:nvSpPr>
        <p:spPr>
          <a:xfrm>
            <a:off x="6461716" y="1702829"/>
            <a:ext cx="1956392" cy="331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leitura</a:t>
            </a:r>
          </a:p>
        </p:txBody>
      </p: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BFC94C1F-4833-4BC4-A163-B5F14576619C}"/>
              </a:ext>
            </a:extLst>
          </p:cNvPr>
          <p:cNvCxnSpPr>
            <a:cxnSpLocks/>
            <a:stCxn id="36" idx="2"/>
            <a:endCxn id="21" idx="0"/>
          </p:cNvCxnSpPr>
          <p:nvPr/>
        </p:nvCxnSpPr>
        <p:spPr>
          <a:xfrm rot="16200000" flipH="1">
            <a:off x="7172897" y="2301037"/>
            <a:ext cx="534032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30866B33-5811-43C9-92DE-DF14D8B08327}"/>
              </a:ext>
            </a:extLst>
          </p:cNvPr>
          <p:cNvCxnSpPr>
            <a:cxnSpLocks/>
            <a:stCxn id="5" idx="2"/>
            <a:endCxn id="36" idx="0"/>
          </p:cNvCxnSpPr>
          <p:nvPr/>
        </p:nvCxnSpPr>
        <p:spPr>
          <a:xfrm rot="5400000">
            <a:off x="6997825" y="1260741"/>
            <a:ext cx="884176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58875BC2-BC98-461E-9151-772738560D12}"/>
              </a:ext>
            </a:extLst>
          </p:cNvPr>
          <p:cNvCxnSpPr>
            <a:cxnSpLocks/>
            <a:stCxn id="115" idx="2"/>
            <a:endCxn id="36" idx="3"/>
          </p:cNvCxnSpPr>
          <p:nvPr/>
        </p:nvCxnSpPr>
        <p:spPr>
          <a:xfrm rot="5400000" flipH="1" flipV="1">
            <a:off x="6230777" y="3077553"/>
            <a:ext cx="3396457" cy="978204"/>
          </a:xfrm>
          <a:prstGeom prst="bentConnector4">
            <a:avLst>
              <a:gd name="adj1" fmla="val -6731"/>
              <a:gd name="adj2" fmla="val 22804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 82">
            <a:extLst>
              <a:ext uri="{FF2B5EF4-FFF2-40B4-BE49-F238E27FC236}">
                <a16:creationId xmlns:a16="http://schemas.microsoft.com/office/drawing/2014/main" id="{3132287D-CDF9-4AB9-8BB2-137983E789C1}"/>
              </a:ext>
            </a:extLst>
          </p:cNvPr>
          <p:cNvSpPr/>
          <p:nvPr/>
        </p:nvSpPr>
        <p:spPr>
          <a:xfrm>
            <a:off x="3537932" y="3775118"/>
            <a:ext cx="1967804" cy="41641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Mostra mensagem de retorno</a:t>
            </a:r>
          </a:p>
        </p:txBody>
      </p:sp>
      <p:cxnSp>
        <p:nvCxnSpPr>
          <p:cNvPr id="107" name="Conector: Angulado 106">
            <a:extLst>
              <a:ext uri="{FF2B5EF4-FFF2-40B4-BE49-F238E27FC236}">
                <a16:creationId xmlns:a16="http://schemas.microsoft.com/office/drawing/2014/main" id="{647A9820-EEF3-4C4C-A4D2-18577B9E5ECD}"/>
              </a:ext>
            </a:extLst>
          </p:cNvPr>
          <p:cNvCxnSpPr>
            <a:cxnSpLocks/>
            <a:stCxn id="6" idx="2"/>
            <a:endCxn id="83" idx="0"/>
          </p:cNvCxnSpPr>
          <p:nvPr/>
        </p:nvCxnSpPr>
        <p:spPr>
          <a:xfrm rot="16200000" flipH="1">
            <a:off x="4323477" y="3576760"/>
            <a:ext cx="391657" cy="505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: Angulado 109">
            <a:extLst>
              <a:ext uri="{FF2B5EF4-FFF2-40B4-BE49-F238E27FC236}">
                <a16:creationId xmlns:a16="http://schemas.microsoft.com/office/drawing/2014/main" id="{8BC32129-C527-441A-96EC-EF7C41F358BE}"/>
              </a:ext>
            </a:extLst>
          </p:cNvPr>
          <p:cNvCxnSpPr>
            <a:cxnSpLocks/>
            <a:stCxn id="87" idx="2"/>
            <a:endCxn id="115" idx="0"/>
          </p:cNvCxnSpPr>
          <p:nvPr/>
        </p:nvCxnSpPr>
        <p:spPr>
          <a:xfrm rot="5400000">
            <a:off x="7083003" y="4576780"/>
            <a:ext cx="713811" cy="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085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9380EDA-2814-4FED-9866-B129BF0BE86B}"/>
              </a:ext>
            </a:extLst>
          </p:cNvPr>
          <p:cNvSpPr/>
          <p:nvPr/>
        </p:nvSpPr>
        <p:spPr>
          <a:xfrm>
            <a:off x="2096693" y="296393"/>
            <a:ext cx="1977643" cy="579831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CLIENTE - SENSOR PRESENÇA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33FDA6F-904C-4CD0-B3B2-0C380173D821}"/>
              </a:ext>
            </a:extLst>
          </p:cNvPr>
          <p:cNvSpPr/>
          <p:nvPr/>
        </p:nvSpPr>
        <p:spPr>
          <a:xfrm>
            <a:off x="5272787" y="293929"/>
            <a:ext cx="1943299" cy="579831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pt-BR" sz="1001" b="1" dirty="0">
                <a:solidFill>
                  <a:schemeClr val="bg1"/>
                </a:solidFill>
              </a:rPr>
              <a:t>THREAD SENSOR PRESENÇA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F14C33-2C8F-4C50-9D1C-945AC8FE61D3}"/>
              </a:ext>
            </a:extLst>
          </p:cNvPr>
          <p:cNvSpPr/>
          <p:nvPr/>
        </p:nvSpPr>
        <p:spPr>
          <a:xfrm>
            <a:off x="2095113" y="3420670"/>
            <a:ext cx="1976063" cy="271129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Leitura de Sensor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C0E4031-13B8-4D50-8B0E-1A3F8B71CA51}"/>
              </a:ext>
            </a:extLst>
          </p:cNvPr>
          <p:cNvCxnSpPr>
            <a:cxnSpLocks/>
            <a:stCxn id="41" idx="2"/>
          </p:cNvCxnSpPr>
          <p:nvPr/>
        </p:nvCxnSpPr>
        <p:spPr>
          <a:xfrm rot="5400000">
            <a:off x="2930844" y="2432152"/>
            <a:ext cx="310123" cy="78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osango 20">
            <a:extLst>
              <a:ext uri="{FF2B5EF4-FFF2-40B4-BE49-F238E27FC236}">
                <a16:creationId xmlns:a16="http://schemas.microsoft.com/office/drawing/2014/main" id="{4C9BB595-9000-419B-A362-F605285C8CA5}"/>
              </a:ext>
            </a:extLst>
          </p:cNvPr>
          <p:cNvSpPr/>
          <p:nvPr/>
        </p:nvSpPr>
        <p:spPr>
          <a:xfrm>
            <a:off x="5272788" y="2075509"/>
            <a:ext cx="1943297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Dispositivo Registrado?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92FAEF9C-2613-422E-89BE-4B267B53C8E2}"/>
              </a:ext>
            </a:extLst>
          </p:cNvPr>
          <p:cNvCxnSpPr>
            <a:cxnSpLocks/>
            <a:endCxn id="6" idx="0"/>
          </p:cNvCxnSpPr>
          <p:nvPr/>
        </p:nvCxnSpPr>
        <p:spPr>
          <a:xfrm rot="5400000">
            <a:off x="2907031" y="3242188"/>
            <a:ext cx="354596" cy="236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311DBACA-B27C-4730-BBE8-C8B65AE57FBD}"/>
              </a:ext>
            </a:extLst>
          </p:cNvPr>
          <p:cNvCxnSpPr>
            <a:cxnSpLocks/>
            <a:stCxn id="6" idx="3"/>
            <a:endCxn id="33" idx="1"/>
          </p:cNvCxnSpPr>
          <p:nvPr/>
        </p:nvCxnSpPr>
        <p:spPr>
          <a:xfrm flipV="1">
            <a:off x="4071176" y="1568505"/>
            <a:ext cx="1201611" cy="198773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EC1F8D09-DE2F-4701-9098-E78EF5CBF1FC}"/>
              </a:ext>
            </a:extLst>
          </p:cNvPr>
          <p:cNvCxnSpPr>
            <a:cxnSpLocks/>
            <a:stCxn id="87" idx="2"/>
            <a:endCxn id="245" idx="3"/>
          </p:cNvCxnSpPr>
          <p:nvPr/>
        </p:nvCxnSpPr>
        <p:spPr>
          <a:xfrm rot="5400000">
            <a:off x="4988383" y="2954395"/>
            <a:ext cx="338843" cy="2173265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Retângulo 244">
            <a:extLst>
              <a:ext uri="{FF2B5EF4-FFF2-40B4-BE49-F238E27FC236}">
                <a16:creationId xmlns:a16="http://schemas.microsoft.com/office/drawing/2014/main" id="{3DD37E12-1E09-48E9-8AB5-8F73873641F9}"/>
              </a:ext>
            </a:extLst>
          </p:cNvPr>
          <p:cNvSpPr/>
          <p:nvPr/>
        </p:nvSpPr>
        <p:spPr>
          <a:xfrm>
            <a:off x="2104621" y="4013148"/>
            <a:ext cx="1966550" cy="39460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Mostra mensagem de retorno</a:t>
            </a:r>
          </a:p>
        </p:txBody>
      </p:sp>
      <p:cxnSp>
        <p:nvCxnSpPr>
          <p:cNvPr id="247" name="Conector: Angulado 246">
            <a:extLst>
              <a:ext uri="{FF2B5EF4-FFF2-40B4-BE49-F238E27FC236}">
                <a16:creationId xmlns:a16="http://schemas.microsoft.com/office/drawing/2014/main" id="{2A4863DB-A02A-4FEA-8A69-519671B99FAA}"/>
              </a:ext>
            </a:extLst>
          </p:cNvPr>
          <p:cNvCxnSpPr>
            <a:cxnSpLocks/>
            <a:stCxn id="21" idx="2"/>
            <a:endCxn id="87" idx="0"/>
          </p:cNvCxnSpPr>
          <p:nvPr/>
        </p:nvCxnSpPr>
        <p:spPr>
          <a:xfrm rot="5400000">
            <a:off x="5751218" y="3047193"/>
            <a:ext cx="98643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: Angulado 249">
            <a:extLst>
              <a:ext uri="{FF2B5EF4-FFF2-40B4-BE49-F238E27FC236}">
                <a16:creationId xmlns:a16="http://schemas.microsoft.com/office/drawing/2014/main" id="{7CCB89D6-B7CC-4914-9CEE-5BFACFF64CA9}"/>
              </a:ext>
            </a:extLst>
          </p:cNvPr>
          <p:cNvCxnSpPr>
            <a:cxnSpLocks/>
            <a:stCxn id="245" idx="1"/>
            <a:endCxn id="41" idx="1"/>
          </p:cNvCxnSpPr>
          <p:nvPr/>
        </p:nvCxnSpPr>
        <p:spPr>
          <a:xfrm rot="10800000">
            <a:off x="2098271" y="2141919"/>
            <a:ext cx="6351" cy="2068531"/>
          </a:xfrm>
          <a:prstGeom prst="bentConnector3">
            <a:avLst>
              <a:gd name="adj1" fmla="val 369943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to 253">
            <a:extLst>
              <a:ext uri="{FF2B5EF4-FFF2-40B4-BE49-F238E27FC236}">
                <a16:creationId xmlns:a16="http://schemas.microsoft.com/office/drawing/2014/main" id="{93AAE67B-B1C6-4338-AB01-5B2EB32EC381}"/>
              </a:ext>
            </a:extLst>
          </p:cNvPr>
          <p:cNvCxnSpPr>
            <a:cxnSpLocks/>
          </p:cNvCxnSpPr>
          <p:nvPr/>
        </p:nvCxnSpPr>
        <p:spPr>
          <a:xfrm>
            <a:off x="4547475" y="10639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CaixaDeTexto 257">
            <a:extLst>
              <a:ext uri="{FF2B5EF4-FFF2-40B4-BE49-F238E27FC236}">
                <a16:creationId xmlns:a16="http://schemas.microsoft.com/office/drawing/2014/main" id="{C3770BAB-02F8-4B4C-9614-C31E7AB6B0DB}"/>
              </a:ext>
            </a:extLst>
          </p:cNvPr>
          <p:cNvSpPr txBox="1"/>
          <p:nvPr/>
        </p:nvSpPr>
        <p:spPr>
          <a:xfrm>
            <a:off x="6244434" y="2558870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261" name="CaixaDeTexto 260">
            <a:extLst>
              <a:ext uri="{FF2B5EF4-FFF2-40B4-BE49-F238E27FC236}">
                <a16:creationId xmlns:a16="http://schemas.microsoft.com/office/drawing/2014/main" id="{723C6BBE-94C0-4EBB-9762-6B3063325C18}"/>
              </a:ext>
            </a:extLst>
          </p:cNvPr>
          <p:cNvSpPr txBox="1"/>
          <p:nvPr/>
        </p:nvSpPr>
        <p:spPr>
          <a:xfrm>
            <a:off x="7164638" y="2043498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cxnSp>
        <p:nvCxnSpPr>
          <p:cNvPr id="272" name="Conector: Angulado 271">
            <a:extLst>
              <a:ext uri="{FF2B5EF4-FFF2-40B4-BE49-F238E27FC236}">
                <a16:creationId xmlns:a16="http://schemas.microsoft.com/office/drawing/2014/main" id="{5031A22B-6E20-4F7C-80A5-BFBA81C4CD95}"/>
              </a:ext>
            </a:extLst>
          </p:cNvPr>
          <p:cNvCxnSpPr>
            <a:cxnSpLocks/>
            <a:stCxn id="4" idx="2"/>
            <a:endCxn id="167" idx="0"/>
          </p:cNvCxnSpPr>
          <p:nvPr/>
        </p:nvCxnSpPr>
        <p:spPr>
          <a:xfrm rot="5400000">
            <a:off x="2794846" y="1165939"/>
            <a:ext cx="580385" cy="95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B14A686A-6BC7-4ECF-BD2C-AC0D3877FCC5}"/>
              </a:ext>
            </a:extLst>
          </p:cNvPr>
          <p:cNvSpPr/>
          <p:nvPr/>
        </p:nvSpPr>
        <p:spPr>
          <a:xfrm>
            <a:off x="2098270" y="2006353"/>
            <a:ext cx="1976063" cy="271129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Leitura do Sensor</a:t>
            </a:r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3285DBE0-695F-4A84-993C-0CBC70A3CF43}"/>
              </a:ext>
            </a:extLst>
          </p:cNvPr>
          <p:cNvSpPr/>
          <p:nvPr/>
        </p:nvSpPr>
        <p:spPr>
          <a:xfrm>
            <a:off x="5263063" y="3540413"/>
            <a:ext cx="1962745" cy="331193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Dispositivo ainda não registrado</a:t>
            </a:r>
          </a:p>
        </p:txBody>
      </p: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FE65F13D-9D4B-44B0-8963-9A68BD6BCFE7}"/>
              </a:ext>
            </a:extLst>
          </p:cNvPr>
          <p:cNvSpPr/>
          <p:nvPr/>
        </p:nvSpPr>
        <p:spPr>
          <a:xfrm>
            <a:off x="5030453" y="4492361"/>
            <a:ext cx="2232487" cy="331193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Valor de leitura recebido</a:t>
            </a:r>
          </a:p>
        </p:txBody>
      </p:sp>
      <p:cxnSp>
        <p:nvCxnSpPr>
          <p:cNvPr id="123" name="Conector: Angulado 122">
            <a:extLst>
              <a:ext uri="{FF2B5EF4-FFF2-40B4-BE49-F238E27FC236}">
                <a16:creationId xmlns:a16="http://schemas.microsoft.com/office/drawing/2014/main" id="{CF3D6DFF-9163-47CC-B14F-C68F2A365762}"/>
              </a:ext>
            </a:extLst>
          </p:cNvPr>
          <p:cNvCxnSpPr>
            <a:cxnSpLocks/>
            <a:stCxn id="115" idx="1"/>
            <a:endCxn id="245" idx="2"/>
          </p:cNvCxnSpPr>
          <p:nvPr/>
        </p:nvCxnSpPr>
        <p:spPr>
          <a:xfrm rot="10800000">
            <a:off x="3087897" y="4407750"/>
            <a:ext cx="1942557" cy="250209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126CF11F-3706-4D04-A176-CF0D31604FF8}"/>
              </a:ext>
            </a:extLst>
          </p:cNvPr>
          <p:cNvSpPr/>
          <p:nvPr/>
        </p:nvSpPr>
        <p:spPr>
          <a:xfrm>
            <a:off x="2104621" y="1456609"/>
            <a:ext cx="1959877" cy="271129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Inicializa cliente</a:t>
            </a:r>
          </a:p>
        </p:txBody>
      </p:sp>
      <p:cxnSp>
        <p:nvCxnSpPr>
          <p:cNvPr id="170" name="Conector: Angulado 169">
            <a:extLst>
              <a:ext uri="{FF2B5EF4-FFF2-40B4-BE49-F238E27FC236}">
                <a16:creationId xmlns:a16="http://schemas.microsoft.com/office/drawing/2014/main" id="{B4122B58-DF7F-4667-999D-FE237494C134}"/>
              </a:ext>
            </a:extLst>
          </p:cNvPr>
          <p:cNvCxnSpPr>
            <a:cxnSpLocks/>
            <a:stCxn id="167" idx="2"/>
            <a:endCxn id="41" idx="0"/>
          </p:cNvCxnSpPr>
          <p:nvPr/>
        </p:nvCxnSpPr>
        <p:spPr>
          <a:xfrm rot="16200000" flipH="1">
            <a:off x="2946119" y="1866176"/>
            <a:ext cx="278617" cy="17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: Angulado 74">
            <a:extLst>
              <a:ext uri="{FF2B5EF4-FFF2-40B4-BE49-F238E27FC236}">
                <a16:creationId xmlns:a16="http://schemas.microsoft.com/office/drawing/2014/main" id="{BB0B69CC-659B-4553-B06C-88D0A0F12EA5}"/>
              </a:ext>
            </a:extLst>
          </p:cNvPr>
          <p:cNvCxnSpPr>
            <a:cxnSpLocks/>
            <a:stCxn id="21" idx="3"/>
            <a:endCxn id="82" idx="0"/>
          </p:cNvCxnSpPr>
          <p:nvPr/>
        </p:nvCxnSpPr>
        <p:spPr>
          <a:xfrm>
            <a:off x="7216085" y="2314742"/>
            <a:ext cx="932187" cy="27673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 81">
            <a:extLst>
              <a:ext uri="{FF2B5EF4-FFF2-40B4-BE49-F238E27FC236}">
                <a16:creationId xmlns:a16="http://schemas.microsoft.com/office/drawing/2014/main" id="{FD917367-7AF6-41D3-A517-E4B7C24BFCA9}"/>
              </a:ext>
            </a:extLst>
          </p:cNvPr>
          <p:cNvSpPr/>
          <p:nvPr/>
        </p:nvSpPr>
        <p:spPr>
          <a:xfrm>
            <a:off x="7032026" y="2591475"/>
            <a:ext cx="2232492" cy="77658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Envia mensagem pela fila do controle</a:t>
            </a:r>
          </a:p>
          <a:p>
            <a:pPr algn="ctr"/>
            <a:r>
              <a:rPr lang="pt-BR" sz="1001" dirty="0"/>
              <a:t>Ação: (0=Desligar, 1=Ligar)</a:t>
            </a:r>
            <a:br>
              <a:rPr lang="pt-BR" sz="1001" dirty="0"/>
            </a:br>
            <a:r>
              <a:rPr lang="pt-BR" sz="1001" dirty="0"/>
              <a:t>Ambiente: ambiente do sensor</a:t>
            </a:r>
          </a:p>
        </p:txBody>
      </p:sp>
      <p:cxnSp>
        <p:nvCxnSpPr>
          <p:cNvPr id="83" name="Conector: Angulado 82">
            <a:extLst>
              <a:ext uri="{FF2B5EF4-FFF2-40B4-BE49-F238E27FC236}">
                <a16:creationId xmlns:a16="http://schemas.microsoft.com/office/drawing/2014/main" id="{1B91DFFD-1636-4672-A071-91A00F843E56}"/>
              </a:ext>
            </a:extLst>
          </p:cNvPr>
          <p:cNvCxnSpPr>
            <a:cxnSpLocks/>
            <a:stCxn id="82" idx="2"/>
            <a:endCxn id="115" idx="3"/>
          </p:cNvCxnSpPr>
          <p:nvPr/>
        </p:nvCxnSpPr>
        <p:spPr>
          <a:xfrm rot="5400000">
            <a:off x="7060655" y="3570341"/>
            <a:ext cx="1289902" cy="88533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Angulado 101">
            <a:extLst>
              <a:ext uri="{FF2B5EF4-FFF2-40B4-BE49-F238E27FC236}">
                <a16:creationId xmlns:a16="http://schemas.microsoft.com/office/drawing/2014/main" id="{9267C883-6D82-46BC-B16B-C73ED16D5FFB}"/>
              </a:ext>
            </a:extLst>
          </p:cNvPr>
          <p:cNvCxnSpPr>
            <a:cxnSpLocks/>
            <a:stCxn id="82" idx="3"/>
            <a:endCxn id="9" idx="0"/>
          </p:cNvCxnSpPr>
          <p:nvPr/>
        </p:nvCxnSpPr>
        <p:spPr>
          <a:xfrm>
            <a:off x="9264518" y="2979766"/>
            <a:ext cx="355664" cy="672887"/>
          </a:xfrm>
          <a:prstGeom prst="bentConnector2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>
            <a:extLst>
              <a:ext uri="{FF2B5EF4-FFF2-40B4-BE49-F238E27FC236}">
                <a16:creationId xmlns:a16="http://schemas.microsoft.com/office/drawing/2014/main" id="{3F7CE8D6-0C3F-4740-9495-0243BE52CB04}"/>
              </a:ext>
            </a:extLst>
          </p:cNvPr>
          <p:cNvSpPr/>
          <p:nvPr/>
        </p:nvSpPr>
        <p:spPr>
          <a:xfrm>
            <a:off x="9060225" y="3652653"/>
            <a:ext cx="1119913" cy="632268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</a:t>
            </a:r>
          </a:p>
          <a:p>
            <a:pPr algn="ctr"/>
            <a:r>
              <a:rPr lang="pt-BR" sz="1001" dirty="0"/>
              <a:t>CONTROLE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75F7E7A-F1FD-4161-9AED-6D071D4A12D0}"/>
              </a:ext>
            </a:extLst>
          </p:cNvPr>
          <p:cNvSpPr/>
          <p:nvPr/>
        </p:nvSpPr>
        <p:spPr>
          <a:xfrm>
            <a:off x="5272787" y="1402908"/>
            <a:ext cx="1943297" cy="331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leitura</a:t>
            </a:r>
          </a:p>
        </p:txBody>
      </p: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82A03D51-6608-4DD1-BF01-C25D3FB32279}"/>
              </a:ext>
            </a:extLst>
          </p:cNvPr>
          <p:cNvCxnSpPr>
            <a:cxnSpLocks/>
            <a:stCxn id="5" idx="2"/>
            <a:endCxn id="33" idx="0"/>
          </p:cNvCxnSpPr>
          <p:nvPr/>
        </p:nvCxnSpPr>
        <p:spPr>
          <a:xfrm rot="5400000">
            <a:off x="5979863" y="1138334"/>
            <a:ext cx="529148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: Angulado 60">
            <a:extLst>
              <a:ext uri="{FF2B5EF4-FFF2-40B4-BE49-F238E27FC236}">
                <a16:creationId xmlns:a16="http://schemas.microsoft.com/office/drawing/2014/main" id="{F4E68D27-2CBD-4B51-AE6C-213BF70A37F6}"/>
              </a:ext>
            </a:extLst>
          </p:cNvPr>
          <p:cNvCxnSpPr>
            <a:cxnSpLocks/>
            <a:stCxn id="33" idx="2"/>
            <a:endCxn id="21" idx="0"/>
          </p:cNvCxnSpPr>
          <p:nvPr/>
        </p:nvCxnSpPr>
        <p:spPr>
          <a:xfrm rot="16200000" flipH="1">
            <a:off x="6073732" y="1904804"/>
            <a:ext cx="341408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do 99">
            <a:extLst>
              <a:ext uri="{FF2B5EF4-FFF2-40B4-BE49-F238E27FC236}">
                <a16:creationId xmlns:a16="http://schemas.microsoft.com/office/drawing/2014/main" id="{B381B3BE-A0A3-4EEA-92CE-61AAB64D6B0C}"/>
              </a:ext>
            </a:extLst>
          </p:cNvPr>
          <p:cNvCxnSpPr>
            <a:cxnSpLocks/>
            <a:endCxn id="33" idx="3"/>
          </p:cNvCxnSpPr>
          <p:nvPr/>
        </p:nvCxnSpPr>
        <p:spPr>
          <a:xfrm rot="5400000" flipH="1" flipV="1">
            <a:off x="5102733" y="2710206"/>
            <a:ext cx="3255052" cy="971650"/>
          </a:xfrm>
          <a:prstGeom prst="bentConnector4">
            <a:avLst>
              <a:gd name="adj1" fmla="val -9707"/>
              <a:gd name="adj2" fmla="val 42117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: Angulado 105">
            <a:extLst>
              <a:ext uri="{FF2B5EF4-FFF2-40B4-BE49-F238E27FC236}">
                <a16:creationId xmlns:a16="http://schemas.microsoft.com/office/drawing/2014/main" id="{BFCE55D8-B841-400E-94C5-AC7EA80898AF}"/>
              </a:ext>
            </a:extLst>
          </p:cNvPr>
          <p:cNvCxnSpPr>
            <a:cxnSpLocks/>
            <a:stCxn id="6" idx="2"/>
            <a:endCxn id="245" idx="0"/>
          </p:cNvCxnSpPr>
          <p:nvPr/>
        </p:nvCxnSpPr>
        <p:spPr>
          <a:xfrm rot="16200000" flipH="1">
            <a:off x="2924846" y="3850097"/>
            <a:ext cx="321349" cy="475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>
            <a:extLst>
              <a:ext uri="{FF2B5EF4-FFF2-40B4-BE49-F238E27FC236}">
                <a16:creationId xmlns:a16="http://schemas.microsoft.com/office/drawing/2014/main" id="{B9A347E3-4E7D-EB45-9F80-39B65F80E34C}"/>
              </a:ext>
            </a:extLst>
          </p:cNvPr>
          <p:cNvSpPr/>
          <p:nvPr/>
        </p:nvSpPr>
        <p:spPr>
          <a:xfrm>
            <a:off x="2096691" y="2586738"/>
            <a:ext cx="1976063" cy="47933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Prepara mensagem</a:t>
            </a:r>
            <a:br>
              <a:rPr lang="pt-BR" sz="1001" dirty="0"/>
            </a:br>
            <a:r>
              <a:rPr lang="pt-BR" sz="1001" dirty="0"/>
              <a:t>0 = Nenhuma presença detectada</a:t>
            </a:r>
            <a:br>
              <a:rPr lang="pt-BR" sz="1001" dirty="0"/>
            </a:br>
            <a:r>
              <a:rPr lang="pt-BR" sz="1001" dirty="0"/>
              <a:t>1 = Presença detectada</a:t>
            </a:r>
          </a:p>
        </p:txBody>
      </p:sp>
    </p:spTree>
    <p:extLst>
      <p:ext uri="{BB962C8B-B14F-4D97-AF65-F5344CB8AC3E}">
        <p14:creationId xmlns:p14="http://schemas.microsoft.com/office/powerpoint/2010/main" val="3144951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9380EDA-2814-4FED-9866-B129BF0BE86B}"/>
              </a:ext>
            </a:extLst>
          </p:cNvPr>
          <p:cNvSpPr/>
          <p:nvPr/>
        </p:nvSpPr>
        <p:spPr>
          <a:xfrm>
            <a:off x="970784" y="314641"/>
            <a:ext cx="2042291" cy="625053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CLIENTE - LÂMPADA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C0E4031-13B8-4D50-8B0E-1A3F8B71CA51}"/>
              </a:ext>
            </a:extLst>
          </p:cNvPr>
          <p:cNvCxnSpPr>
            <a:cxnSpLocks/>
            <a:stCxn id="56" idx="2"/>
            <a:endCxn id="49" idx="0"/>
          </p:cNvCxnSpPr>
          <p:nvPr/>
        </p:nvCxnSpPr>
        <p:spPr>
          <a:xfrm rot="5400000">
            <a:off x="1791228" y="3042597"/>
            <a:ext cx="408517" cy="1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EC1F8D09-DE2F-4701-9098-E78EF5CBF1FC}"/>
              </a:ext>
            </a:extLst>
          </p:cNvPr>
          <p:cNvCxnSpPr>
            <a:cxnSpLocks/>
            <a:stCxn id="49" idx="2"/>
            <a:endCxn id="99" idx="0"/>
          </p:cNvCxnSpPr>
          <p:nvPr/>
        </p:nvCxnSpPr>
        <p:spPr>
          <a:xfrm rot="16200000" flipH="1">
            <a:off x="1626742" y="4094064"/>
            <a:ext cx="738102" cy="71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: Angulado 246">
            <a:extLst>
              <a:ext uri="{FF2B5EF4-FFF2-40B4-BE49-F238E27FC236}">
                <a16:creationId xmlns:a16="http://schemas.microsoft.com/office/drawing/2014/main" id="{2A4863DB-A02A-4FEA-8A69-519671B99FAA}"/>
              </a:ext>
            </a:extLst>
          </p:cNvPr>
          <p:cNvCxnSpPr>
            <a:cxnSpLocks/>
            <a:stCxn id="49" idx="3"/>
            <a:endCxn id="87" idx="0"/>
          </p:cNvCxnSpPr>
          <p:nvPr/>
        </p:nvCxnSpPr>
        <p:spPr>
          <a:xfrm>
            <a:off x="2839899" y="3486139"/>
            <a:ext cx="269355" cy="29201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: Angulado 249">
            <a:extLst>
              <a:ext uri="{FF2B5EF4-FFF2-40B4-BE49-F238E27FC236}">
                <a16:creationId xmlns:a16="http://schemas.microsoft.com/office/drawing/2014/main" id="{7CCB89D6-B7CC-4914-9CEE-5BFACFF64CA9}"/>
              </a:ext>
            </a:extLst>
          </p:cNvPr>
          <p:cNvCxnSpPr>
            <a:cxnSpLocks/>
            <a:stCxn id="87" idx="3"/>
            <a:endCxn id="182" idx="1"/>
          </p:cNvCxnSpPr>
          <p:nvPr/>
        </p:nvCxnSpPr>
        <p:spPr>
          <a:xfrm>
            <a:off x="3849270" y="4017386"/>
            <a:ext cx="404238" cy="6496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to 253">
            <a:extLst>
              <a:ext uri="{FF2B5EF4-FFF2-40B4-BE49-F238E27FC236}">
                <a16:creationId xmlns:a16="http://schemas.microsoft.com/office/drawing/2014/main" id="{93AAE67B-B1C6-4338-AB01-5B2EB32EC381}"/>
              </a:ext>
            </a:extLst>
          </p:cNvPr>
          <p:cNvCxnSpPr>
            <a:cxnSpLocks/>
          </p:cNvCxnSpPr>
          <p:nvPr/>
        </p:nvCxnSpPr>
        <p:spPr>
          <a:xfrm>
            <a:off x="3989265" y="0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CaixaDeTexto 257">
            <a:extLst>
              <a:ext uri="{FF2B5EF4-FFF2-40B4-BE49-F238E27FC236}">
                <a16:creationId xmlns:a16="http://schemas.microsoft.com/office/drawing/2014/main" id="{C3770BAB-02F8-4B4C-9614-C31E7AB6B0DB}"/>
              </a:ext>
            </a:extLst>
          </p:cNvPr>
          <p:cNvSpPr txBox="1"/>
          <p:nvPr/>
        </p:nvSpPr>
        <p:spPr>
          <a:xfrm>
            <a:off x="2838488" y="3216496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261" name="CaixaDeTexto 260">
            <a:extLst>
              <a:ext uri="{FF2B5EF4-FFF2-40B4-BE49-F238E27FC236}">
                <a16:creationId xmlns:a16="http://schemas.microsoft.com/office/drawing/2014/main" id="{723C6BBE-94C0-4EBB-9762-6B3063325C18}"/>
              </a:ext>
            </a:extLst>
          </p:cNvPr>
          <p:cNvSpPr txBox="1"/>
          <p:nvPr/>
        </p:nvSpPr>
        <p:spPr>
          <a:xfrm>
            <a:off x="1495364" y="3685877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cxnSp>
        <p:nvCxnSpPr>
          <p:cNvPr id="272" name="Conector: Angulado 271">
            <a:extLst>
              <a:ext uri="{FF2B5EF4-FFF2-40B4-BE49-F238E27FC236}">
                <a16:creationId xmlns:a16="http://schemas.microsoft.com/office/drawing/2014/main" id="{5031A22B-6E20-4F7C-80A5-BFBA81C4CD95}"/>
              </a:ext>
            </a:extLst>
          </p:cNvPr>
          <p:cNvCxnSpPr>
            <a:cxnSpLocks/>
            <a:stCxn id="4" idx="2"/>
            <a:endCxn id="167" idx="0"/>
          </p:cNvCxnSpPr>
          <p:nvPr/>
        </p:nvCxnSpPr>
        <p:spPr>
          <a:xfrm rot="5400000">
            <a:off x="1741980" y="1188346"/>
            <a:ext cx="498602" cy="129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tângulo 86">
            <a:extLst>
              <a:ext uri="{FF2B5EF4-FFF2-40B4-BE49-F238E27FC236}">
                <a16:creationId xmlns:a16="http://schemas.microsoft.com/office/drawing/2014/main" id="{3285DBE0-695F-4A84-993C-0CBC70A3CF43}"/>
              </a:ext>
            </a:extLst>
          </p:cNvPr>
          <p:cNvSpPr/>
          <p:nvPr/>
        </p:nvSpPr>
        <p:spPr>
          <a:xfrm>
            <a:off x="2369238" y="3778153"/>
            <a:ext cx="1480032" cy="478465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Ação não suportada</a:t>
            </a: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08737930-4C65-4EDB-A76A-8BCF5C786F71}"/>
              </a:ext>
            </a:extLst>
          </p:cNvPr>
          <p:cNvSpPr/>
          <p:nvPr/>
        </p:nvSpPr>
        <p:spPr>
          <a:xfrm>
            <a:off x="1014778" y="5274174"/>
            <a:ext cx="1959881" cy="331193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Ação executada</a:t>
            </a:r>
          </a:p>
        </p:txBody>
      </p:sp>
      <p:cxnSp>
        <p:nvCxnSpPr>
          <p:cNvPr id="142" name="Conector: Angulado 141">
            <a:extLst>
              <a:ext uri="{FF2B5EF4-FFF2-40B4-BE49-F238E27FC236}">
                <a16:creationId xmlns:a16="http://schemas.microsoft.com/office/drawing/2014/main" id="{8FEAF20A-0F3C-4E99-AE11-9B88EEE57634}"/>
              </a:ext>
            </a:extLst>
          </p:cNvPr>
          <p:cNvCxnSpPr>
            <a:cxnSpLocks/>
            <a:stCxn id="107" idx="3"/>
            <a:endCxn id="182" idx="2"/>
          </p:cNvCxnSpPr>
          <p:nvPr/>
        </p:nvCxnSpPr>
        <p:spPr>
          <a:xfrm flipV="1">
            <a:off x="2974659" y="4900996"/>
            <a:ext cx="2129208" cy="538775"/>
          </a:xfrm>
          <a:prstGeom prst="bentConnector2">
            <a:avLst/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: Angulado 142">
            <a:extLst>
              <a:ext uri="{FF2B5EF4-FFF2-40B4-BE49-F238E27FC236}">
                <a16:creationId xmlns:a16="http://schemas.microsoft.com/office/drawing/2014/main" id="{4C04E9F4-1FE7-46C8-8E91-4783E23CCD4E}"/>
              </a:ext>
            </a:extLst>
          </p:cNvPr>
          <p:cNvCxnSpPr>
            <a:cxnSpLocks/>
            <a:stCxn id="99" idx="2"/>
            <a:endCxn id="107" idx="0"/>
          </p:cNvCxnSpPr>
          <p:nvPr/>
        </p:nvCxnSpPr>
        <p:spPr>
          <a:xfrm rot="5400000">
            <a:off x="1755681" y="5033704"/>
            <a:ext cx="479508" cy="143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tângulo 166">
            <a:extLst>
              <a:ext uri="{FF2B5EF4-FFF2-40B4-BE49-F238E27FC236}">
                <a16:creationId xmlns:a16="http://schemas.microsoft.com/office/drawing/2014/main" id="{126CF11F-3706-4D04-A176-CF0D31604FF8}"/>
              </a:ext>
            </a:extLst>
          </p:cNvPr>
          <p:cNvSpPr/>
          <p:nvPr/>
        </p:nvSpPr>
        <p:spPr>
          <a:xfrm>
            <a:off x="1014778" y="1438296"/>
            <a:ext cx="1951706" cy="321841"/>
          </a:xfrm>
          <a:prstGeom prst="rec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Inicializa cliente</a:t>
            </a:r>
          </a:p>
        </p:txBody>
      </p:sp>
      <p:cxnSp>
        <p:nvCxnSpPr>
          <p:cNvPr id="170" name="Conector: Angulado 169">
            <a:extLst>
              <a:ext uri="{FF2B5EF4-FFF2-40B4-BE49-F238E27FC236}">
                <a16:creationId xmlns:a16="http://schemas.microsoft.com/office/drawing/2014/main" id="{B4122B58-DF7F-4667-999D-FE237494C134}"/>
              </a:ext>
            </a:extLst>
          </p:cNvPr>
          <p:cNvCxnSpPr>
            <a:cxnSpLocks/>
            <a:stCxn id="167" idx="2"/>
            <a:endCxn id="56" idx="0"/>
          </p:cNvCxnSpPr>
          <p:nvPr/>
        </p:nvCxnSpPr>
        <p:spPr>
          <a:xfrm rot="16200000" flipH="1">
            <a:off x="1693190" y="2057577"/>
            <a:ext cx="599787" cy="49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Losango 48">
            <a:extLst>
              <a:ext uri="{FF2B5EF4-FFF2-40B4-BE49-F238E27FC236}">
                <a16:creationId xmlns:a16="http://schemas.microsoft.com/office/drawing/2014/main" id="{5ABB9C2B-71CB-44AB-8498-49C87563CFE2}"/>
              </a:ext>
            </a:extLst>
          </p:cNvPr>
          <p:cNvSpPr/>
          <p:nvPr/>
        </p:nvSpPr>
        <p:spPr>
          <a:xfrm>
            <a:off x="1150972" y="3246906"/>
            <a:ext cx="1688927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Ação válida?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64D1B3D6-4483-4F03-A954-6152448A716B}"/>
              </a:ext>
            </a:extLst>
          </p:cNvPr>
          <p:cNvSpPr/>
          <p:nvPr/>
        </p:nvSpPr>
        <p:spPr>
          <a:xfrm>
            <a:off x="977996" y="2359924"/>
            <a:ext cx="2035079" cy="478465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Conexão recebida do servidor</a:t>
            </a:r>
          </a:p>
        </p:txBody>
      </p:sp>
      <p:sp>
        <p:nvSpPr>
          <p:cNvPr id="99" name="Retângulo 98">
            <a:extLst>
              <a:ext uri="{FF2B5EF4-FFF2-40B4-BE49-F238E27FC236}">
                <a16:creationId xmlns:a16="http://schemas.microsoft.com/office/drawing/2014/main" id="{5175EC26-65ED-4693-8E49-12237863D12D}"/>
              </a:ext>
            </a:extLst>
          </p:cNvPr>
          <p:cNvSpPr/>
          <p:nvPr/>
        </p:nvSpPr>
        <p:spPr>
          <a:xfrm>
            <a:off x="1014778" y="4463473"/>
            <a:ext cx="1962745" cy="331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Acende/Apaga a lâmpada</a:t>
            </a:r>
          </a:p>
        </p:txBody>
      </p:sp>
      <p:cxnSp>
        <p:nvCxnSpPr>
          <p:cNvPr id="124" name="Conector: Angulado 123">
            <a:extLst>
              <a:ext uri="{FF2B5EF4-FFF2-40B4-BE49-F238E27FC236}">
                <a16:creationId xmlns:a16="http://schemas.microsoft.com/office/drawing/2014/main" id="{5C97C42F-0949-419C-832F-B1C5A168A1EB}"/>
              </a:ext>
            </a:extLst>
          </p:cNvPr>
          <p:cNvCxnSpPr>
            <a:cxnSpLocks/>
            <a:stCxn id="107" idx="2"/>
            <a:endCxn id="56" idx="1"/>
          </p:cNvCxnSpPr>
          <p:nvPr/>
        </p:nvCxnSpPr>
        <p:spPr>
          <a:xfrm rot="5400000" flipH="1">
            <a:off x="-16747" y="3593901"/>
            <a:ext cx="3006210" cy="1016723"/>
          </a:xfrm>
          <a:prstGeom prst="bentConnector4">
            <a:avLst>
              <a:gd name="adj1" fmla="val -7604"/>
              <a:gd name="adj2" fmla="val 1224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tângulo 78">
            <a:extLst>
              <a:ext uri="{FF2B5EF4-FFF2-40B4-BE49-F238E27FC236}">
                <a16:creationId xmlns:a16="http://schemas.microsoft.com/office/drawing/2014/main" id="{820445FD-9D6F-4C12-87DC-F9172D795E7A}"/>
              </a:ext>
            </a:extLst>
          </p:cNvPr>
          <p:cNvSpPr/>
          <p:nvPr/>
        </p:nvSpPr>
        <p:spPr>
          <a:xfrm>
            <a:off x="4253509" y="2359923"/>
            <a:ext cx="1691720" cy="478465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Comando para Acender/Apagar lâmpada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9C1098A0-3258-4303-93D2-B40D4A7109E8}"/>
              </a:ext>
            </a:extLst>
          </p:cNvPr>
          <p:cNvSpPr/>
          <p:nvPr/>
        </p:nvSpPr>
        <p:spPr>
          <a:xfrm>
            <a:off x="4086268" y="293795"/>
            <a:ext cx="2042291" cy="625053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pt-BR" sz="1001" b="1" dirty="0">
                <a:solidFill>
                  <a:schemeClr val="bg1"/>
                </a:solidFill>
              </a:rPr>
              <a:t>THREAD LÂMPADA</a:t>
            </a:r>
          </a:p>
        </p:txBody>
      </p:sp>
      <p:sp>
        <p:nvSpPr>
          <p:cNvPr id="116" name="Elipse 115">
            <a:extLst>
              <a:ext uri="{FF2B5EF4-FFF2-40B4-BE49-F238E27FC236}">
                <a16:creationId xmlns:a16="http://schemas.microsoft.com/office/drawing/2014/main" id="{F51105BD-F309-4766-B71B-C58EB21DDF6F}"/>
              </a:ext>
            </a:extLst>
          </p:cNvPr>
          <p:cNvSpPr/>
          <p:nvPr/>
        </p:nvSpPr>
        <p:spPr>
          <a:xfrm>
            <a:off x="6798361" y="1330549"/>
            <a:ext cx="1119913" cy="625053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</a:t>
            </a:r>
          </a:p>
          <a:p>
            <a:pPr algn="ctr"/>
            <a:r>
              <a:rPr lang="pt-BR" sz="1001" dirty="0"/>
              <a:t>LÂMPADA</a:t>
            </a:r>
          </a:p>
        </p:txBody>
      </p:sp>
      <p:sp>
        <p:nvSpPr>
          <p:cNvPr id="117" name="Retângulo 116">
            <a:extLst>
              <a:ext uri="{FF2B5EF4-FFF2-40B4-BE49-F238E27FC236}">
                <a16:creationId xmlns:a16="http://schemas.microsoft.com/office/drawing/2014/main" id="{990E04C7-CFB7-4044-9CD3-90AF5FCE265D}"/>
              </a:ext>
            </a:extLst>
          </p:cNvPr>
          <p:cNvSpPr/>
          <p:nvPr/>
        </p:nvSpPr>
        <p:spPr>
          <a:xfrm>
            <a:off x="4257144" y="1409128"/>
            <a:ext cx="1691720" cy="4678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um comando na fila</a:t>
            </a:r>
          </a:p>
        </p:txBody>
      </p:sp>
      <p:cxnSp>
        <p:nvCxnSpPr>
          <p:cNvPr id="118" name="Conector: Angulado 117">
            <a:extLst>
              <a:ext uri="{FF2B5EF4-FFF2-40B4-BE49-F238E27FC236}">
                <a16:creationId xmlns:a16="http://schemas.microsoft.com/office/drawing/2014/main" id="{00F58746-0C5E-4DA6-A3FD-9C33B9EB0F3A}"/>
              </a:ext>
            </a:extLst>
          </p:cNvPr>
          <p:cNvCxnSpPr>
            <a:cxnSpLocks/>
            <a:stCxn id="116" idx="2"/>
            <a:endCxn id="117" idx="3"/>
          </p:cNvCxnSpPr>
          <p:nvPr/>
        </p:nvCxnSpPr>
        <p:spPr>
          <a:xfrm rot="10800000" flipV="1">
            <a:off x="5948865" y="1643075"/>
            <a:ext cx="849497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: Angulado 154">
            <a:extLst>
              <a:ext uri="{FF2B5EF4-FFF2-40B4-BE49-F238E27FC236}">
                <a16:creationId xmlns:a16="http://schemas.microsoft.com/office/drawing/2014/main" id="{0A3DB78D-A256-4E86-A8BA-8E6FB63E252F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rot="5400000">
            <a:off x="4860069" y="1161783"/>
            <a:ext cx="490280" cy="441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: Angulado 157">
            <a:extLst>
              <a:ext uri="{FF2B5EF4-FFF2-40B4-BE49-F238E27FC236}">
                <a16:creationId xmlns:a16="http://schemas.microsoft.com/office/drawing/2014/main" id="{E61967E4-04C4-4D5D-AC69-98C4CB445F00}"/>
              </a:ext>
            </a:extLst>
          </p:cNvPr>
          <p:cNvCxnSpPr>
            <a:cxnSpLocks/>
            <a:stCxn id="117" idx="2"/>
            <a:endCxn id="79" idx="0"/>
          </p:cNvCxnSpPr>
          <p:nvPr/>
        </p:nvCxnSpPr>
        <p:spPr>
          <a:xfrm rot="5400000">
            <a:off x="4859738" y="2116657"/>
            <a:ext cx="482898" cy="36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: Angulado 161">
            <a:extLst>
              <a:ext uri="{FF2B5EF4-FFF2-40B4-BE49-F238E27FC236}">
                <a16:creationId xmlns:a16="http://schemas.microsoft.com/office/drawing/2014/main" id="{C8D50D25-D84C-4002-AFB5-240CF2CC517C}"/>
              </a:ext>
            </a:extLst>
          </p:cNvPr>
          <p:cNvCxnSpPr>
            <a:cxnSpLocks/>
            <a:stCxn id="79" idx="1"/>
            <a:endCxn id="56" idx="3"/>
          </p:cNvCxnSpPr>
          <p:nvPr/>
        </p:nvCxnSpPr>
        <p:spPr>
          <a:xfrm rot="10800000" flipV="1">
            <a:off x="3013075" y="2599155"/>
            <a:ext cx="1240434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tângulo 181">
            <a:extLst>
              <a:ext uri="{FF2B5EF4-FFF2-40B4-BE49-F238E27FC236}">
                <a16:creationId xmlns:a16="http://schemas.microsoft.com/office/drawing/2014/main" id="{605E5DD6-F756-4670-82BE-1BFBA9515FC5}"/>
              </a:ext>
            </a:extLst>
          </p:cNvPr>
          <p:cNvSpPr/>
          <p:nvPr/>
        </p:nvSpPr>
        <p:spPr>
          <a:xfrm>
            <a:off x="4253508" y="4433099"/>
            <a:ext cx="1700717" cy="46789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Mostrar mensagem de status</a:t>
            </a:r>
          </a:p>
        </p:txBody>
      </p:sp>
      <p:cxnSp>
        <p:nvCxnSpPr>
          <p:cNvPr id="214" name="Conector: Angulado 213">
            <a:extLst>
              <a:ext uri="{FF2B5EF4-FFF2-40B4-BE49-F238E27FC236}">
                <a16:creationId xmlns:a16="http://schemas.microsoft.com/office/drawing/2014/main" id="{568F79D1-1D7C-4904-92FA-7F8C46803622}"/>
              </a:ext>
            </a:extLst>
          </p:cNvPr>
          <p:cNvCxnSpPr>
            <a:cxnSpLocks/>
            <a:stCxn id="79" idx="2"/>
            <a:endCxn id="182" idx="0"/>
          </p:cNvCxnSpPr>
          <p:nvPr/>
        </p:nvCxnSpPr>
        <p:spPr>
          <a:xfrm rot="16200000" flipH="1">
            <a:off x="4304263" y="3633494"/>
            <a:ext cx="1594711" cy="449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Conector: Angulado 287">
            <a:extLst>
              <a:ext uri="{FF2B5EF4-FFF2-40B4-BE49-F238E27FC236}">
                <a16:creationId xmlns:a16="http://schemas.microsoft.com/office/drawing/2014/main" id="{FAAD49D0-E536-435C-86D4-173C503A1664}"/>
              </a:ext>
            </a:extLst>
          </p:cNvPr>
          <p:cNvCxnSpPr>
            <a:cxnSpLocks/>
          </p:cNvCxnSpPr>
          <p:nvPr/>
        </p:nvCxnSpPr>
        <p:spPr>
          <a:xfrm flipH="1" flipV="1">
            <a:off x="5948864" y="1749407"/>
            <a:ext cx="5361" cy="2917641"/>
          </a:xfrm>
          <a:prstGeom prst="bentConnector3">
            <a:avLst>
              <a:gd name="adj1" fmla="val -426413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04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9380EDA-2814-4FED-9866-B129BF0BE86B}"/>
              </a:ext>
            </a:extLst>
          </p:cNvPr>
          <p:cNvSpPr/>
          <p:nvPr/>
        </p:nvSpPr>
        <p:spPr>
          <a:xfrm>
            <a:off x="1463775" y="211332"/>
            <a:ext cx="1956391" cy="490749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INICIALIZA CLIENTE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33FDA6F-904C-4CD0-B3B2-0C380173D821}"/>
              </a:ext>
            </a:extLst>
          </p:cNvPr>
          <p:cNvSpPr/>
          <p:nvPr/>
        </p:nvSpPr>
        <p:spPr>
          <a:xfrm>
            <a:off x="4089253" y="209384"/>
            <a:ext cx="1956391" cy="492698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pt-BR" sz="1001" b="1" dirty="0">
                <a:solidFill>
                  <a:schemeClr val="bg1"/>
                </a:solidFill>
              </a:rPr>
              <a:t>THREAD PRINCIPAL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5F14C33-2C8F-4C50-9D1C-945AC8FE61D3}"/>
              </a:ext>
            </a:extLst>
          </p:cNvPr>
          <p:cNvSpPr/>
          <p:nvPr/>
        </p:nvSpPr>
        <p:spPr>
          <a:xfrm>
            <a:off x="1463775" y="1205589"/>
            <a:ext cx="1956387" cy="331193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Solicitação de Registro</a:t>
            </a:r>
          </a:p>
        </p:txBody>
      </p:sp>
      <p:sp>
        <p:nvSpPr>
          <p:cNvPr id="7" name="Losango 6">
            <a:extLst>
              <a:ext uri="{FF2B5EF4-FFF2-40B4-BE49-F238E27FC236}">
                <a16:creationId xmlns:a16="http://schemas.microsoft.com/office/drawing/2014/main" id="{E0865EC7-6C64-4782-839E-475B83422054}"/>
              </a:ext>
            </a:extLst>
          </p:cNvPr>
          <p:cNvSpPr/>
          <p:nvPr/>
        </p:nvSpPr>
        <p:spPr>
          <a:xfrm>
            <a:off x="4450241" y="2262741"/>
            <a:ext cx="1228059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Tipo Válido?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CFB8861-692E-4831-B29C-17D91EF7B9CD}"/>
              </a:ext>
            </a:extLst>
          </p:cNvPr>
          <p:cNvSpPr/>
          <p:nvPr/>
        </p:nvSpPr>
        <p:spPr>
          <a:xfrm>
            <a:off x="148780" y="4220032"/>
            <a:ext cx="1286098" cy="478465"/>
          </a:xfrm>
          <a:prstGeom prst="ellips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Desconecta e finaliza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id="{3C0E4031-13B8-4D50-8B0E-1A3F8B71CA51}"/>
              </a:ext>
            </a:extLst>
          </p:cNvPr>
          <p:cNvCxnSpPr>
            <a:cxnSpLocks/>
            <a:stCxn id="6" idx="3"/>
            <a:endCxn id="407" idx="1"/>
          </p:cNvCxnSpPr>
          <p:nvPr/>
        </p:nvCxnSpPr>
        <p:spPr>
          <a:xfrm>
            <a:off x="3420162" y="1371186"/>
            <a:ext cx="669089" cy="4891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21CD0D77-7AC0-4674-9AF3-9C5DB95DDE3E}"/>
              </a:ext>
            </a:extLst>
          </p:cNvPr>
          <p:cNvSpPr/>
          <p:nvPr/>
        </p:nvSpPr>
        <p:spPr>
          <a:xfrm>
            <a:off x="4082901" y="3035575"/>
            <a:ext cx="1962743" cy="372551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Tipo de dispositivo não suportado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333D5BA-ABA1-4500-9569-BD7A259BF593}"/>
              </a:ext>
            </a:extLst>
          </p:cNvPr>
          <p:cNvSpPr/>
          <p:nvPr/>
        </p:nvSpPr>
        <p:spPr>
          <a:xfrm>
            <a:off x="1455524" y="4790645"/>
            <a:ext cx="1966332" cy="396949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Seleção de Ambiente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4C081BE-7D6D-4E75-A4FF-B26C548DD6B7}"/>
              </a:ext>
            </a:extLst>
          </p:cNvPr>
          <p:cNvSpPr/>
          <p:nvPr/>
        </p:nvSpPr>
        <p:spPr>
          <a:xfrm>
            <a:off x="4083490" y="5514567"/>
            <a:ext cx="1960809" cy="398720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Status: Dispositivo foi registrado</a:t>
            </a:r>
          </a:p>
        </p:txBody>
      </p:sp>
      <p:cxnSp>
        <p:nvCxnSpPr>
          <p:cNvPr id="26" name="Conector: Angulado 25">
            <a:extLst>
              <a:ext uri="{FF2B5EF4-FFF2-40B4-BE49-F238E27FC236}">
                <a16:creationId xmlns:a16="http://schemas.microsoft.com/office/drawing/2014/main" id="{92FAEF9C-2613-422E-89BE-4B267B53C8E2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16200000" flipH="1">
            <a:off x="4917088" y="2888389"/>
            <a:ext cx="294369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500FE71C-443B-4FE0-B5A2-C273D8A53776}"/>
              </a:ext>
            </a:extLst>
          </p:cNvPr>
          <p:cNvCxnSpPr>
            <a:cxnSpLocks/>
            <a:stCxn id="7" idx="3"/>
            <a:endCxn id="43" idx="0"/>
          </p:cNvCxnSpPr>
          <p:nvPr/>
        </p:nvCxnSpPr>
        <p:spPr>
          <a:xfrm>
            <a:off x="5678300" y="2501974"/>
            <a:ext cx="1746342" cy="78793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B7A94535-51E1-40C9-86FD-CE46EA61D1B1}"/>
              </a:ext>
            </a:extLst>
          </p:cNvPr>
          <p:cNvCxnSpPr>
            <a:cxnSpLocks/>
            <a:stCxn id="15" idx="1"/>
            <a:endCxn id="289" idx="3"/>
          </p:cNvCxnSpPr>
          <p:nvPr/>
        </p:nvCxnSpPr>
        <p:spPr>
          <a:xfrm rot="10800000">
            <a:off x="3420163" y="2331917"/>
            <a:ext cx="662738" cy="88993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id="{311DBACA-B27C-4730-BBE8-C8B65AE57FBD}"/>
              </a:ext>
            </a:extLst>
          </p:cNvPr>
          <p:cNvCxnSpPr>
            <a:cxnSpLocks/>
            <a:stCxn id="182" idx="1"/>
            <a:endCxn id="289" idx="3"/>
          </p:cNvCxnSpPr>
          <p:nvPr/>
        </p:nvCxnSpPr>
        <p:spPr>
          <a:xfrm rot="10800000">
            <a:off x="3420164" y="2331917"/>
            <a:ext cx="662323" cy="172892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: Angulado 54">
            <a:extLst>
              <a:ext uri="{FF2B5EF4-FFF2-40B4-BE49-F238E27FC236}">
                <a16:creationId xmlns:a16="http://schemas.microsoft.com/office/drawing/2014/main" id="{BB5332BF-B73E-49AD-93D8-EA4EAF18FD07}"/>
              </a:ext>
            </a:extLst>
          </p:cNvPr>
          <p:cNvCxnSpPr>
            <a:cxnSpLocks/>
            <a:stCxn id="22" idx="3"/>
            <a:endCxn id="377" idx="1"/>
          </p:cNvCxnSpPr>
          <p:nvPr/>
        </p:nvCxnSpPr>
        <p:spPr>
          <a:xfrm>
            <a:off x="3421856" y="4989120"/>
            <a:ext cx="661630" cy="187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: Angulado 58">
            <a:extLst>
              <a:ext uri="{FF2B5EF4-FFF2-40B4-BE49-F238E27FC236}">
                <a16:creationId xmlns:a16="http://schemas.microsoft.com/office/drawing/2014/main" id="{4F3264B4-C029-4E95-A716-E63C9C19679E}"/>
              </a:ext>
            </a:extLst>
          </p:cNvPr>
          <p:cNvCxnSpPr>
            <a:cxnSpLocks/>
            <a:stCxn id="23" idx="1"/>
            <a:endCxn id="74" idx="3"/>
          </p:cNvCxnSpPr>
          <p:nvPr/>
        </p:nvCxnSpPr>
        <p:spPr>
          <a:xfrm rot="10800000" flipV="1">
            <a:off x="3417442" y="5713926"/>
            <a:ext cx="666048" cy="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D572E44F-B491-4205-87B3-61A5B945B6EB}"/>
              </a:ext>
            </a:extLst>
          </p:cNvPr>
          <p:cNvSpPr/>
          <p:nvPr/>
        </p:nvSpPr>
        <p:spPr>
          <a:xfrm>
            <a:off x="1462089" y="3796619"/>
            <a:ext cx="1955355" cy="39942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Usuário seleciona uma opção</a:t>
            </a:r>
          </a:p>
        </p:txBody>
      </p:sp>
      <p:cxnSp>
        <p:nvCxnSpPr>
          <p:cNvPr id="64" name="Conector: Angulado 63">
            <a:extLst>
              <a:ext uri="{FF2B5EF4-FFF2-40B4-BE49-F238E27FC236}">
                <a16:creationId xmlns:a16="http://schemas.microsoft.com/office/drawing/2014/main" id="{D85E8809-91BE-46AF-B42E-ED6F4EABFA32}"/>
              </a:ext>
            </a:extLst>
          </p:cNvPr>
          <p:cNvCxnSpPr>
            <a:cxnSpLocks/>
            <a:stCxn id="62" idx="2"/>
            <a:endCxn id="22" idx="0"/>
          </p:cNvCxnSpPr>
          <p:nvPr/>
        </p:nvCxnSpPr>
        <p:spPr>
          <a:xfrm rot="5400000">
            <a:off x="2141927" y="4492804"/>
            <a:ext cx="594605" cy="10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tângulo 73">
            <a:extLst>
              <a:ext uri="{FF2B5EF4-FFF2-40B4-BE49-F238E27FC236}">
                <a16:creationId xmlns:a16="http://schemas.microsoft.com/office/drawing/2014/main" id="{1643AC0F-E528-437E-8F3B-8C368A3E7C66}"/>
              </a:ext>
            </a:extLst>
          </p:cNvPr>
          <p:cNvSpPr/>
          <p:nvPr/>
        </p:nvSpPr>
        <p:spPr>
          <a:xfrm>
            <a:off x="1455523" y="5516337"/>
            <a:ext cx="1961919" cy="39695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Salva ID do Dispositivo</a:t>
            </a:r>
          </a:p>
        </p:txBody>
      </p:sp>
      <p:cxnSp>
        <p:nvCxnSpPr>
          <p:cNvPr id="78" name="Conector: Angulado 77">
            <a:extLst>
              <a:ext uri="{FF2B5EF4-FFF2-40B4-BE49-F238E27FC236}">
                <a16:creationId xmlns:a16="http://schemas.microsoft.com/office/drawing/2014/main" id="{EC1F8D09-DE2F-4701-9098-E78EF5CBF1FC}"/>
              </a:ext>
            </a:extLst>
          </p:cNvPr>
          <p:cNvCxnSpPr>
            <a:cxnSpLocks/>
            <a:stCxn id="74" idx="2"/>
            <a:endCxn id="264" idx="0"/>
          </p:cNvCxnSpPr>
          <p:nvPr/>
        </p:nvCxnSpPr>
        <p:spPr>
          <a:xfrm rot="16200000" flipH="1">
            <a:off x="2309526" y="6040244"/>
            <a:ext cx="254916" cy="10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Retângulo 181">
            <a:extLst>
              <a:ext uri="{FF2B5EF4-FFF2-40B4-BE49-F238E27FC236}">
                <a16:creationId xmlns:a16="http://schemas.microsoft.com/office/drawing/2014/main" id="{615575AB-E17E-4E8A-AFE1-7AF5FB5B9EE3}"/>
              </a:ext>
            </a:extLst>
          </p:cNvPr>
          <p:cNvSpPr/>
          <p:nvPr/>
        </p:nvSpPr>
        <p:spPr>
          <a:xfrm>
            <a:off x="4082486" y="3861479"/>
            <a:ext cx="1956393" cy="398720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Lista de Ambientes</a:t>
            </a:r>
          </a:p>
        </p:txBody>
      </p:sp>
      <p:sp>
        <p:nvSpPr>
          <p:cNvPr id="245" name="Retângulo 244">
            <a:extLst>
              <a:ext uri="{FF2B5EF4-FFF2-40B4-BE49-F238E27FC236}">
                <a16:creationId xmlns:a16="http://schemas.microsoft.com/office/drawing/2014/main" id="{3DD37E12-1E09-48E9-8AB5-8F73873641F9}"/>
              </a:ext>
            </a:extLst>
          </p:cNvPr>
          <p:cNvSpPr/>
          <p:nvPr/>
        </p:nvSpPr>
        <p:spPr>
          <a:xfrm>
            <a:off x="166693" y="2901075"/>
            <a:ext cx="1244009" cy="442204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Mostra mensagem de erro</a:t>
            </a:r>
          </a:p>
        </p:txBody>
      </p:sp>
      <p:cxnSp>
        <p:nvCxnSpPr>
          <p:cNvPr id="250" name="Conector: Angulado 249">
            <a:extLst>
              <a:ext uri="{FF2B5EF4-FFF2-40B4-BE49-F238E27FC236}">
                <a16:creationId xmlns:a16="http://schemas.microsoft.com/office/drawing/2014/main" id="{7CCB89D6-B7CC-4914-9CEE-5BFACFF64CA9}"/>
              </a:ext>
            </a:extLst>
          </p:cNvPr>
          <p:cNvCxnSpPr>
            <a:cxnSpLocks/>
            <a:stCxn id="245" idx="2"/>
            <a:endCxn id="8" idx="0"/>
          </p:cNvCxnSpPr>
          <p:nvPr/>
        </p:nvCxnSpPr>
        <p:spPr>
          <a:xfrm rot="16200000" flipH="1">
            <a:off x="351887" y="3780089"/>
            <a:ext cx="876753" cy="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ector reto 253">
            <a:extLst>
              <a:ext uri="{FF2B5EF4-FFF2-40B4-BE49-F238E27FC236}">
                <a16:creationId xmlns:a16="http://schemas.microsoft.com/office/drawing/2014/main" id="{93AAE67B-B1C6-4338-AB01-5B2EB32EC381}"/>
              </a:ext>
            </a:extLst>
          </p:cNvPr>
          <p:cNvCxnSpPr>
            <a:cxnSpLocks/>
          </p:cNvCxnSpPr>
          <p:nvPr/>
        </p:nvCxnSpPr>
        <p:spPr>
          <a:xfrm>
            <a:off x="3849273" y="6"/>
            <a:ext cx="0" cy="68580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CaixaDeTexto 256">
            <a:extLst>
              <a:ext uri="{FF2B5EF4-FFF2-40B4-BE49-F238E27FC236}">
                <a16:creationId xmlns:a16="http://schemas.microsoft.com/office/drawing/2014/main" id="{1497F13B-48FD-4099-9507-FA23C2A8C51F}"/>
              </a:ext>
            </a:extLst>
          </p:cNvPr>
          <p:cNvSpPr txBox="1"/>
          <p:nvPr/>
        </p:nvSpPr>
        <p:spPr>
          <a:xfrm>
            <a:off x="5080784" y="2075045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260" name="CaixaDeTexto 259">
            <a:extLst>
              <a:ext uri="{FF2B5EF4-FFF2-40B4-BE49-F238E27FC236}">
                <a16:creationId xmlns:a16="http://schemas.microsoft.com/office/drawing/2014/main" id="{CD089F7A-1000-4223-B52F-529419FE7908}"/>
              </a:ext>
            </a:extLst>
          </p:cNvPr>
          <p:cNvSpPr txBox="1"/>
          <p:nvPr/>
        </p:nvSpPr>
        <p:spPr>
          <a:xfrm>
            <a:off x="5638146" y="1587778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sp>
        <p:nvSpPr>
          <p:cNvPr id="264" name="Elipse 263">
            <a:extLst>
              <a:ext uri="{FF2B5EF4-FFF2-40B4-BE49-F238E27FC236}">
                <a16:creationId xmlns:a16="http://schemas.microsoft.com/office/drawing/2014/main" id="{476D9DA5-252A-4F1B-8266-5A30ABABF615}"/>
              </a:ext>
            </a:extLst>
          </p:cNvPr>
          <p:cNvSpPr/>
          <p:nvPr/>
        </p:nvSpPr>
        <p:spPr>
          <a:xfrm>
            <a:off x="1815481" y="6168203"/>
            <a:ext cx="1244008" cy="478465"/>
          </a:xfrm>
          <a:prstGeom prst="ellips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Fim da inicialização</a:t>
            </a:r>
          </a:p>
        </p:txBody>
      </p:sp>
      <p:cxnSp>
        <p:nvCxnSpPr>
          <p:cNvPr id="272" name="Conector: Angulado 271">
            <a:extLst>
              <a:ext uri="{FF2B5EF4-FFF2-40B4-BE49-F238E27FC236}">
                <a16:creationId xmlns:a16="http://schemas.microsoft.com/office/drawing/2014/main" id="{5031A22B-6E20-4F7C-80A5-BFBA81C4CD95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190216" y="953834"/>
            <a:ext cx="503508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Retângulo 376">
            <a:extLst>
              <a:ext uri="{FF2B5EF4-FFF2-40B4-BE49-F238E27FC236}">
                <a16:creationId xmlns:a16="http://schemas.microsoft.com/office/drawing/2014/main" id="{0947AC6A-01C9-4BA2-8D3B-1150EF500A22}"/>
              </a:ext>
            </a:extLst>
          </p:cNvPr>
          <p:cNvSpPr/>
          <p:nvPr/>
        </p:nvSpPr>
        <p:spPr>
          <a:xfrm>
            <a:off x="4083486" y="4790649"/>
            <a:ext cx="1956393" cy="4006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Registra dispositivo no sistema</a:t>
            </a:r>
          </a:p>
        </p:txBody>
      </p:sp>
      <p:cxnSp>
        <p:nvCxnSpPr>
          <p:cNvPr id="386" name="Conector: Angulado 385">
            <a:extLst>
              <a:ext uri="{FF2B5EF4-FFF2-40B4-BE49-F238E27FC236}">
                <a16:creationId xmlns:a16="http://schemas.microsoft.com/office/drawing/2014/main" id="{0ACB5ADA-D186-46D7-9D05-F2F797CDE6AF}"/>
              </a:ext>
            </a:extLst>
          </p:cNvPr>
          <p:cNvCxnSpPr>
            <a:cxnSpLocks/>
            <a:stCxn id="377" idx="2"/>
            <a:endCxn id="23" idx="0"/>
          </p:cNvCxnSpPr>
          <p:nvPr/>
        </p:nvCxnSpPr>
        <p:spPr>
          <a:xfrm rot="16200000" flipH="1">
            <a:off x="4901179" y="5351851"/>
            <a:ext cx="323220" cy="22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Retângulo 406">
            <a:extLst>
              <a:ext uri="{FF2B5EF4-FFF2-40B4-BE49-F238E27FC236}">
                <a16:creationId xmlns:a16="http://schemas.microsoft.com/office/drawing/2014/main" id="{C616746E-31EC-4871-A354-E80D1B97265A}"/>
              </a:ext>
            </a:extLst>
          </p:cNvPr>
          <p:cNvSpPr/>
          <p:nvPr/>
        </p:nvSpPr>
        <p:spPr>
          <a:xfrm>
            <a:off x="4089251" y="1694689"/>
            <a:ext cx="1956393" cy="331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novos clientes</a:t>
            </a:r>
          </a:p>
        </p:txBody>
      </p:sp>
      <p:cxnSp>
        <p:nvCxnSpPr>
          <p:cNvPr id="409" name="Conector: Angulado 408">
            <a:extLst>
              <a:ext uri="{FF2B5EF4-FFF2-40B4-BE49-F238E27FC236}">
                <a16:creationId xmlns:a16="http://schemas.microsoft.com/office/drawing/2014/main" id="{F166AD5D-10E0-4296-81A9-F2D7E386C81C}"/>
              </a:ext>
            </a:extLst>
          </p:cNvPr>
          <p:cNvCxnSpPr>
            <a:cxnSpLocks/>
            <a:stCxn id="407" idx="2"/>
            <a:endCxn id="7" idx="0"/>
          </p:cNvCxnSpPr>
          <p:nvPr/>
        </p:nvCxnSpPr>
        <p:spPr>
          <a:xfrm rot="5400000">
            <a:off x="4947431" y="2142723"/>
            <a:ext cx="236859" cy="317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: Angulado 65">
            <a:extLst>
              <a:ext uri="{FF2B5EF4-FFF2-40B4-BE49-F238E27FC236}">
                <a16:creationId xmlns:a16="http://schemas.microsoft.com/office/drawing/2014/main" id="{247C8F83-4855-48C8-BDA9-543851FD0293}"/>
              </a:ext>
            </a:extLst>
          </p:cNvPr>
          <p:cNvCxnSpPr>
            <a:cxnSpLocks/>
            <a:stCxn id="5" idx="2"/>
            <a:endCxn id="147" idx="0"/>
          </p:cNvCxnSpPr>
          <p:nvPr/>
        </p:nvCxnSpPr>
        <p:spPr>
          <a:xfrm rot="5400000">
            <a:off x="4905387" y="864142"/>
            <a:ext cx="324122" cy="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Losango 42">
            <a:extLst>
              <a:ext uri="{FF2B5EF4-FFF2-40B4-BE49-F238E27FC236}">
                <a16:creationId xmlns:a16="http://schemas.microsoft.com/office/drawing/2014/main" id="{C47D25CA-1054-4076-97EB-C4E1CCD83952}"/>
              </a:ext>
            </a:extLst>
          </p:cNvPr>
          <p:cNvSpPr/>
          <p:nvPr/>
        </p:nvSpPr>
        <p:spPr>
          <a:xfrm>
            <a:off x="6548675" y="3289910"/>
            <a:ext cx="1751933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Dispositivo é Lâmpada</a:t>
            </a:r>
          </a:p>
        </p:txBody>
      </p:sp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37B15BF6-3EA4-4ABF-AEB0-048AE820FA10}"/>
              </a:ext>
            </a:extLst>
          </p:cNvPr>
          <p:cNvCxnSpPr>
            <a:cxnSpLocks/>
            <a:stCxn id="43" idx="1"/>
            <a:endCxn id="182" idx="0"/>
          </p:cNvCxnSpPr>
          <p:nvPr/>
        </p:nvCxnSpPr>
        <p:spPr>
          <a:xfrm rot="10800000" flipV="1">
            <a:off x="5060683" y="3529143"/>
            <a:ext cx="1487992" cy="33233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98507AB-2CF1-4E20-8EF9-B720F4EC94A6}"/>
              </a:ext>
            </a:extLst>
          </p:cNvPr>
          <p:cNvSpPr txBox="1"/>
          <p:nvPr/>
        </p:nvSpPr>
        <p:spPr>
          <a:xfrm>
            <a:off x="6336630" y="3588295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9653166-59BE-4860-BBA8-235D3C556563}"/>
              </a:ext>
            </a:extLst>
          </p:cNvPr>
          <p:cNvSpPr txBox="1"/>
          <p:nvPr/>
        </p:nvSpPr>
        <p:spPr>
          <a:xfrm>
            <a:off x="7415735" y="3823832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1867CDA0-7D68-41FC-A65F-1BDE14C9C5E9}"/>
              </a:ext>
            </a:extLst>
          </p:cNvPr>
          <p:cNvSpPr/>
          <p:nvPr/>
        </p:nvSpPr>
        <p:spPr>
          <a:xfrm>
            <a:off x="6350559" y="4181744"/>
            <a:ext cx="2148168" cy="77658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Envia comando pela fila do controle:</a:t>
            </a:r>
          </a:p>
          <a:p>
            <a:pPr algn="ctr"/>
            <a:r>
              <a:rPr lang="pt-BR" sz="1001" dirty="0"/>
              <a:t>Ação = Registrar lâmpada</a:t>
            </a:r>
          </a:p>
          <a:p>
            <a:pPr algn="ctr"/>
            <a:r>
              <a:rPr lang="pt-BR" sz="1001" dirty="0"/>
              <a:t>Ambiente = ambiente do sensor</a:t>
            </a:r>
          </a:p>
        </p:txBody>
      </p: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DF5C3802-F31D-444A-BA96-7B9CB8E022BE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 rot="16200000" flipH="1">
            <a:off x="7207647" y="5175320"/>
            <a:ext cx="440004" cy="60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>
            <a:extLst>
              <a:ext uri="{FF2B5EF4-FFF2-40B4-BE49-F238E27FC236}">
                <a16:creationId xmlns:a16="http://schemas.microsoft.com/office/drawing/2014/main" id="{2A187D57-4D7E-423B-A255-1EC0E3898868}"/>
              </a:ext>
            </a:extLst>
          </p:cNvPr>
          <p:cNvSpPr/>
          <p:nvPr/>
        </p:nvSpPr>
        <p:spPr>
          <a:xfrm>
            <a:off x="6870699" y="5398329"/>
            <a:ext cx="1119913" cy="539602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</a:t>
            </a:r>
          </a:p>
          <a:p>
            <a:pPr algn="ctr"/>
            <a:r>
              <a:rPr lang="pt-BR" sz="1001" dirty="0"/>
              <a:t>CONTROLE</a:t>
            </a:r>
            <a:endParaRPr lang="pt-BR" sz="1001" dirty="0">
              <a:solidFill>
                <a:schemeClr val="dk1"/>
              </a:solidFill>
            </a:endParaRPr>
          </a:p>
        </p:txBody>
      </p:sp>
      <p:cxnSp>
        <p:nvCxnSpPr>
          <p:cNvPr id="57" name="Conector: Angulado 56">
            <a:extLst>
              <a:ext uri="{FF2B5EF4-FFF2-40B4-BE49-F238E27FC236}">
                <a16:creationId xmlns:a16="http://schemas.microsoft.com/office/drawing/2014/main" id="{83D229A2-8DF4-4BDF-9E89-CF85CB4CB3B0}"/>
              </a:ext>
            </a:extLst>
          </p:cNvPr>
          <p:cNvCxnSpPr>
            <a:cxnSpLocks/>
            <a:stCxn id="50" idx="1"/>
            <a:endCxn id="182" idx="3"/>
          </p:cNvCxnSpPr>
          <p:nvPr/>
        </p:nvCxnSpPr>
        <p:spPr>
          <a:xfrm rot="10800000">
            <a:off x="6038879" y="4060839"/>
            <a:ext cx="311680" cy="5091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do 57">
            <a:extLst>
              <a:ext uri="{FF2B5EF4-FFF2-40B4-BE49-F238E27FC236}">
                <a16:creationId xmlns:a16="http://schemas.microsoft.com/office/drawing/2014/main" id="{9FC1DE80-AB3A-4918-8686-69E0C5D3A04C}"/>
              </a:ext>
            </a:extLst>
          </p:cNvPr>
          <p:cNvCxnSpPr>
            <a:cxnSpLocks/>
            <a:stCxn id="43" idx="2"/>
            <a:endCxn id="50" idx="0"/>
          </p:cNvCxnSpPr>
          <p:nvPr/>
        </p:nvCxnSpPr>
        <p:spPr>
          <a:xfrm rot="16200000" flipH="1">
            <a:off x="7217958" y="3975058"/>
            <a:ext cx="413369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: Angulado 81">
            <a:extLst>
              <a:ext uri="{FF2B5EF4-FFF2-40B4-BE49-F238E27FC236}">
                <a16:creationId xmlns:a16="http://schemas.microsoft.com/office/drawing/2014/main" id="{01C63EE2-997D-4F61-832D-C44F68DFDF40}"/>
              </a:ext>
            </a:extLst>
          </p:cNvPr>
          <p:cNvCxnSpPr>
            <a:cxnSpLocks/>
            <a:stCxn id="85" idx="2"/>
            <a:endCxn id="86" idx="0"/>
          </p:cNvCxnSpPr>
          <p:nvPr/>
        </p:nvCxnSpPr>
        <p:spPr>
          <a:xfrm rot="5400000">
            <a:off x="9757234" y="2010704"/>
            <a:ext cx="402395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51459448-D85F-4ABB-8EF4-3A0FE77C9CE3}"/>
              </a:ext>
            </a:extLst>
          </p:cNvPr>
          <p:cNvSpPr/>
          <p:nvPr/>
        </p:nvSpPr>
        <p:spPr>
          <a:xfrm>
            <a:off x="8978020" y="209384"/>
            <a:ext cx="1962745" cy="492697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b="1" dirty="0">
                <a:solidFill>
                  <a:schemeClr val="bg1"/>
                </a:solidFill>
              </a:rPr>
              <a:t>SERVIDOR</a:t>
            </a:r>
          </a:p>
          <a:p>
            <a:pPr algn="ctr"/>
            <a:r>
              <a:rPr lang="pt-BR" sz="1001" b="1" dirty="0">
                <a:solidFill>
                  <a:schemeClr val="bg1"/>
                </a:solidFill>
              </a:rPr>
              <a:t>THREAD CONTROLE GERAL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437E835E-23F9-4828-B6EC-CA464F059258}"/>
              </a:ext>
            </a:extLst>
          </p:cNvPr>
          <p:cNvSpPr/>
          <p:nvPr/>
        </p:nvSpPr>
        <p:spPr>
          <a:xfrm>
            <a:off x="9249987" y="1365766"/>
            <a:ext cx="1416887" cy="44374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um comando na fila</a:t>
            </a:r>
          </a:p>
        </p:txBody>
      </p:sp>
      <p:sp>
        <p:nvSpPr>
          <p:cNvPr id="86" name="Losango 85">
            <a:extLst>
              <a:ext uri="{FF2B5EF4-FFF2-40B4-BE49-F238E27FC236}">
                <a16:creationId xmlns:a16="http://schemas.microsoft.com/office/drawing/2014/main" id="{B5533A12-0A97-49DF-94ED-93001248DFCA}"/>
              </a:ext>
            </a:extLst>
          </p:cNvPr>
          <p:cNvSpPr/>
          <p:nvPr/>
        </p:nvSpPr>
        <p:spPr>
          <a:xfrm>
            <a:off x="9045512" y="2211902"/>
            <a:ext cx="1825835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Registro de lâmpada?</a:t>
            </a:r>
          </a:p>
        </p:txBody>
      </p:sp>
      <p:cxnSp>
        <p:nvCxnSpPr>
          <p:cNvPr id="87" name="Conector: Angulado 86">
            <a:extLst>
              <a:ext uri="{FF2B5EF4-FFF2-40B4-BE49-F238E27FC236}">
                <a16:creationId xmlns:a16="http://schemas.microsoft.com/office/drawing/2014/main" id="{C187623F-671B-43BE-B4EB-5A8BCD80967F}"/>
              </a:ext>
            </a:extLst>
          </p:cNvPr>
          <p:cNvCxnSpPr>
            <a:cxnSpLocks/>
            <a:stCxn id="52" idx="6"/>
            <a:endCxn id="85" idx="1"/>
          </p:cNvCxnSpPr>
          <p:nvPr/>
        </p:nvCxnSpPr>
        <p:spPr>
          <a:xfrm flipV="1">
            <a:off x="7990612" y="1587637"/>
            <a:ext cx="1259375" cy="4080493"/>
          </a:xfrm>
          <a:prstGeom prst="bentConnector3">
            <a:avLst>
              <a:gd name="adj1" fmla="val 67496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: Angulado 87">
            <a:extLst>
              <a:ext uri="{FF2B5EF4-FFF2-40B4-BE49-F238E27FC236}">
                <a16:creationId xmlns:a16="http://schemas.microsoft.com/office/drawing/2014/main" id="{DA141142-C968-443A-8919-609B5FD8549A}"/>
              </a:ext>
            </a:extLst>
          </p:cNvPr>
          <p:cNvCxnSpPr>
            <a:cxnSpLocks/>
            <a:stCxn id="86" idx="2"/>
            <a:endCxn id="89" idx="0"/>
          </p:cNvCxnSpPr>
          <p:nvPr/>
        </p:nvCxnSpPr>
        <p:spPr>
          <a:xfrm rot="16200000" flipH="1">
            <a:off x="9519402" y="3129394"/>
            <a:ext cx="878056" cy="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tângulo 88">
            <a:extLst>
              <a:ext uri="{FF2B5EF4-FFF2-40B4-BE49-F238E27FC236}">
                <a16:creationId xmlns:a16="http://schemas.microsoft.com/office/drawing/2014/main" id="{342CEB86-2E87-4BEA-9E5B-278FFB8F589B}"/>
              </a:ext>
            </a:extLst>
          </p:cNvPr>
          <p:cNvSpPr/>
          <p:nvPr/>
        </p:nvSpPr>
        <p:spPr>
          <a:xfrm>
            <a:off x="9246051" y="3568423"/>
            <a:ext cx="1424760" cy="46928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Envia mensagem para  todas as lâmpadas do ambiente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F6D69A68-04B0-45DB-8A66-E89EC7C61182}"/>
              </a:ext>
            </a:extLst>
          </p:cNvPr>
          <p:cNvSpPr txBox="1"/>
          <p:nvPr/>
        </p:nvSpPr>
        <p:spPr>
          <a:xfrm>
            <a:off x="10554397" y="2129156"/>
            <a:ext cx="1320070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77BD8B36-ECD1-403B-BE06-1AB4B6330F6C}"/>
              </a:ext>
            </a:extLst>
          </p:cNvPr>
          <p:cNvSpPr txBox="1"/>
          <p:nvPr/>
        </p:nvSpPr>
        <p:spPr>
          <a:xfrm>
            <a:off x="9234327" y="2654726"/>
            <a:ext cx="1320070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cxnSp>
        <p:nvCxnSpPr>
          <p:cNvPr id="92" name="Conector: Angulado 91">
            <a:extLst>
              <a:ext uri="{FF2B5EF4-FFF2-40B4-BE49-F238E27FC236}">
                <a16:creationId xmlns:a16="http://schemas.microsoft.com/office/drawing/2014/main" id="{DA7D4BFB-AF04-46F1-9998-151F2A31549F}"/>
              </a:ext>
            </a:extLst>
          </p:cNvPr>
          <p:cNvCxnSpPr>
            <a:cxnSpLocks/>
            <a:stCxn id="86" idx="3"/>
            <a:endCxn id="93" idx="0"/>
          </p:cNvCxnSpPr>
          <p:nvPr/>
        </p:nvCxnSpPr>
        <p:spPr>
          <a:xfrm>
            <a:off x="10871347" y="2451135"/>
            <a:ext cx="153686" cy="3079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tângulo 92">
            <a:extLst>
              <a:ext uri="{FF2B5EF4-FFF2-40B4-BE49-F238E27FC236}">
                <a16:creationId xmlns:a16="http://schemas.microsoft.com/office/drawing/2014/main" id="{567C0D14-02C0-488D-AE6F-B67D2F57A4EF}"/>
              </a:ext>
            </a:extLst>
          </p:cNvPr>
          <p:cNvSpPr/>
          <p:nvPr/>
        </p:nvSpPr>
        <p:spPr>
          <a:xfrm>
            <a:off x="10281573" y="2759092"/>
            <a:ext cx="1486919" cy="469287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Inclui na lista do ambiente</a:t>
            </a:r>
          </a:p>
        </p:txBody>
      </p:sp>
      <p:cxnSp>
        <p:nvCxnSpPr>
          <p:cNvPr id="94" name="Conector: Angulado 93">
            <a:extLst>
              <a:ext uri="{FF2B5EF4-FFF2-40B4-BE49-F238E27FC236}">
                <a16:creationId xmlns:a16="http://schemas.microsoft.com/office/drawing/2014/main" id="{0131F0FF-7321-44C2-A335-F92DDDC1CB85}"/>
              </a:ext>
            </a:extLst>
          </p:cNvPr>
          <p:cNvCxnSpPr>
            <a:cxnSpLocks/>
            <a:stCxn id="83" idx="2"/>
            <a:endCxn id="85" idx="0"/>
          </p:cNvCxnSpPr>
          <p:nvPr/>
        </p:nvCxnSpPr>
        <p:spPr>
          <a:xfrm rot="5400000">
            <a:off x="9627070" y="1033442"/>
            <a:ext cx="663685" cy="9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: Angulado 132">
            <a:extLst>
              <a:ext uri="{FF2B5EF4-FFF2-40B4-BE49-F238E27FC236}">
                <a16:creationId xmlns:a16="http://schemas.microsoft.com/office/drawing/2014/main" id="{12FB17D7-3D4D-416A-8ECB-3EA562E42128}"/>
              </a:ext>
            </a:extLst>
          </p:cNvPr>
          <p:cNvCxnSpPr>
            <a:cxnSpLocks/>
            <a:stCxn id="93" idx="3"/>
            <a:endCxn id="85" idx="3"/>
          </p:cNvCxnSpPr>
          <p:nvPr/>
        </p:nvCxnSpPr>
        <p:spPr>
          <a:xfrm flipH="1" flipV="1">
            <a:off x="10666874" y="1587637"/>
            <a:ext cx="1101618" cy="1406099"/>
          </a:xfrm>
          <a:prstGeom prst="bentConnector3">
            <a:avLst>
              <a:gd name="adj1" fmla="val -2075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: Angulado 136">
            <a:extLst>
              <a:ext uri="{FF2B5EF4-FFF2-40B4-BE49-F238E27FC236}">
                <a16:creationId xmlns:a16="http://schemas.microsoft.com/office/drawing/2014/main" id="{B3F5A6CC-A5F0-4F7F-8EA1-235EA4C8EF91}"/>
              </a:ext>
            </a:extLst>
          </p:cNvPr>
          <p:cNvCxnSpPr>
            <a:cxnSpLocks/>
            <a:stCxn id="89" idx="2"/>
            <a:endCxn id="85" idx="3"/>
          </p:cNvCxnSpPr>
          <p:nvPr/>
        </p:nvCxnSpPr>
        <p:spPr>
          <a:xfrm rot="5400000" flipH="1" flipV="1">
            <a:off x="9087615" y="2458452"/>
            <a:ext cx="2450073" cy="708443"/>
          </a:xfrm>
          <a:prstGeom prst="bentConnector4">
            <a:avLst>
              <a:gd name="adj1" fmla="val -9330"/>
              <a:gd name="adj2" fmla="val 28677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Retângulo 146">
            <a:extLst>
              <a:ext uri="{FF2B5EF4-FFF2-40B4-BE49-F238E27FC236}">
                <a16:creationId xmlns:a16="http://schemas.microsoft.com/office/drawing/2014/main" id="{B5DF15AF-AFF5-457B-8CA6-00AB09D760AA}"/>
              </a:ext>
            </a:extLst>
          </p:cNvPr>
          <p:cNvSpPr/>
          <p:nvPr/>
        </p:nvSpPr>
        <p:spPr>
          <a:xfrm>
            <a:off x="4089251" y="1026204"/>
            <a:ext cx="1956390" cy="331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Inicia Thread de controle geral</a:t>
            </a:r>
          </a:p>
        </p:txBody>
      </p:sp>
      <p:cxnSp>
        <p:nvCxnSpPr>
          <p:cNvPr id="149" name="Conector: Angulado 148">
            <a:extLst>
              <a:ext uri="{FF2B5EF4-FFF2-40B4-BE49-F238E27FC236}">
                <a16:creationId xmlns:a16="http://schemas.microsoft.com/office/drawing/2014/main" id="{F42A80E9-7325-4EFB-B755-BE69E6C679EC}"/>
              </a:ext>
            </a:extLst>
          </p:cNvPr>
          <p:cNvCxnSpPr>
            <a:cxnSpLocks/>
            <a:stCxn id="147" idx="2"/>
            <a:endCxn id="407" idx="0"/>
          </p:cNvCxnSpPr>
          <p:nvPr/>
        </p:nvCxnSpPr>
        <p:spPr>
          <a:xfrm rot="16200000" flipH="1">
            <a:off x="4898801" y="1526042"/>
            <a:ext cx="337292" cy="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Conector: Angulado 159">
            <a:extLst>
              <a:ext uri="{FF2B5EF4-FFF2-40B4-BE49-F238E27FC236}">
                <a16:creationId xmlns:a16="http://schemas.microsoft.com/office/drawing/2014/main" id="{3EBCF21F-0360-44B5-8C2B-B67E1BDF3047}"/>
              </a:ext>
            </a:extLst>
          </p:cNvPr>
          <p:cNvCxnSpPr>
            <a:cxnSpLocks/>
            <a:stCxn id="147" idx="3"/>
            <a:endCxn id="83" idx="1"/>
          </p:cNvCxnSpPr>
          <p:nvPr/>
        </p:nvCxnSpPr>
        <p:spPr>
          <a:xfrm flipV="1">
            <a:off x="6045641" y="455733"/>
            <a:ext cx="2932379" cy="73606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ector: Angulado 215">
            <a:extLst>
              <a:ext uri="{FF2B5EF4-FFF2-40B4-BE49-F238E27FC236}">
                <a16:creationId xmlns:a16="http://schemas.microsoft.com/office/drawing/2014/main" id="{22CFF1D4-B008-476C-A2C8-DAA0C976AAD8}"/>
              </a:ext>
            </a:extLst>
          </p:cNvPr>
          <p:cNvCxnSpPr>
            <a:cxnSpLocks/>
            <a:stCxn id="22" idx="2"/>
            <a:endCxn id="74" idx="0"/>
          </p:cNvCxnSpPr>
          <p:nvPr/>
        </p:nvCxnSpPr>
        <p:spPr>
          <a:xfrm rot="5400000">
            <a:off x="2273216" y="5350862"/>
            <a:ext cx="328743" cy="220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ector: Angulado 218">
            <a:extLst>
              <a:ext uri="{FF2B5EF4-FFF2-40B4-BE49-F238E27FC236}">
                <a16:creationId xmlns:a16="http://schemas.microsoft.com/office/drawing/2014/main" id="{CA016388-F7DC-4AF5-813F-1A7C58AEF969}"/>
              </a:ext>
            </a:extLst>
          </p:cNvPr>
          <p:cNvCxnSpPr>
            <a:cxnSpLocks/>
            <a:stCxn id="288" idx="2"/>
            <a:endCxn id="62" idx="0"/>
          </p:cNvCxnSpPr>
          <p:nvPr/>
        </p:nvCxnSpPr>
        <p:spPr>
          <a:xfrm rot="5400000">
            <a:off x="2224016" y="3578668"/>
            <a:ext cx="433703" cy="219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Losango 287">
            <a:extLst>
              <a:ext uri="{FF2B5EF4-FFF2-40B4-BE49-F238E27FC236}">
                <a16:creationId xmlns:a16="http://schemas.microsoft.com/office/drawing/2014/main" id="{237B2906-16E2-4AF7-B300-547568E81D9F}"/>
              </a:ext>
            </a:extLst>
          </p:cNvPr>
          <p:cNvSpPr/>
          <p:nvPr/>
        </p:nvSpPr>
        <p:spPr>
          <a:xfrm>
            <a:off x="1827936" y="2884451"/>
            <a:ext cx="1228059" cy="478465"/>
          </a:xfrm>
          <a:prstGeom prst="diamond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Erro?</a:t>
            </a:r>
          </a:p>
        </p:txBody>
      </p:sp>
      <p:sp>
        <p:nvSpPr>
          <p:cNvPr id="289" name="Retângulo 288">
            <a:extLst>
              <a:ext uri="{FF2B5EF4-FFF2-40B4-BE49-F238E27FC236}">
                <a16:creationId xmlns:a16="http://schemas.microsoft.com/office/drawing/2014/main" id="{8F062B32-B2AC-4F3D-88FE-A5302004F50F}"/>
              </a:ext>
            </a:extLst>
          </p:cNvPr>
          <p:cNvSpPr/>
          <p:nvPr/>
        </p:nvSpPr>
        <p:spPr>
          <a:xfrm>
            <a:off x="1462089" y="2134615"/>
            <a:ext cx="1958074" cy="394601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Aguarda retorno</a:t>
            </a:r>
          </a:p>
        </p:txBody>
      </p:sp>
      <p:cxnSp>
        <p:nvCxnSpPr>
          <p:cNvPr id="294" name="Conector: Angulado 293">
            <a:extLst>
              <a:ext uri="{FF2B5EF4-FFF2-40B4-BE49-F238E27FC236}">
                <a16:creationId xmlns:a16="http://schemas.microsoft.com/office/drawing/2014/main" id="{A9517F2B-1251-42DA-9E62-CDBFF7B88492}"/>
              </a:ext>
            </a:extLst>
          </p:cNvPr>
          <p:cNvCxnSpPr>
            <a:cxnSpLocks/>
            <a:stCxn id="182" idx="2"/>
            <a:endCxn id="377" idx="0"/>
          </p:cNvCxnSpPr>
          <p:nvPr/>
        </p:nvCxnSpPr>
        <p:spPr>
          <a:xfrm rot="16200000" flipH="1">
            <a:off x="4795958" y="4524924"/>
            <a:ext cx="530450" cy="10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Conector: Angulado 302">
            <a:extLst>
              <a:ext uri="{FF2B5EF4-FFF2-40B4-BE49-F238E27FC236}">
                <a16:creationId xmlns:a16="http://schemas.microsoft.com/office/drawing/2014/main" id="{BB7D486B-DCA5-4AAF-97DE-BD27B27873A6}"/>
              </a:ext>
            </a:extLst>
          </p:cNvPr>
          <p:cNvCxnSpPr>
            <a:cxnSpLocks/>
            <a:stCxn id="289" idx="2"/>
            <a:endCxn id="288" idx="0"/>
          </p:cNvCxnSpPr>
          <p:nvPr/>
        </p:nvCxnSpPr>
        <p:spPr>
          <a:xfrm rot="16200000" flipH="1">
            <a:off x="2263929" y="2706413"/>
            <a:ext cx="355235" cy="84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Conector: Angulado 303">
            <a:extLst>
              <a:ext uri="{FF2B5EF4-FFF2-40B4-BE49-F238E27FC236}">
                <a16:creationId xmlns:a16="http://schemas.microsoft.com/office/drawing/2014/main" id="{CE053BF0-C629-4711-BA5B-F699828DB4DF}"/>
              </a:ext>
            </a:extLst>
          </p:cNvPr>
          <p:cNvCxnSpPr>
            <a:cxnSpLocks/>
            <a:stCxn id="6" idx="2"/>
            <a:endCxn id="289" idx="0"/>
          </p:cNvCxnSpPr>
          <p:nvPr/>
        </p:nvCxnSpPr>
        <p:spPr>
          <a:xfrm rot="5400000">
            <a:off x="2142632" y="1835277"/>
            <a:ext cx="597833" cy="84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Conector: Angulado 304">
            <a:extLst>
              <a:ext uri="{FF2B5EF4-FFF2-40B4-BE49-F238E27FC236}">
                <a16:creationId xmlns:a16="http://schemas.microsoft.com/office/drawing/2014/main" id="{BF8EF967-D18E-4065-B0B8-484F7FFE27C4}"/>
              </a:ext>
            </a:extLst>
          </p:cNvPr>
          <p:cNvCxnSpPr>
            <a:cxnSpLocks/>
            <a:stCxn id="288" idx="1"/>
            <a:endCxn id="245" idx="3"/>
          </p:cNvCxnSpPr>
          <p:nvPr/>
        </p:nvCxnSpPr>
        <p:spPr>
          <a:xfrm rot="10800000">
            <a:off x="1410702" y="3122178"/>
            <a:ext cx="417234" cy="150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CaixaDeTexto 312">
            <a:extLst>
              <a:ext uri="{FF2B5EF4-FFF2-40B4-BE49-F238E27FC236}">
                <a16:creationId xmlns:a16="http://schemas.microsoft.com/office/drawing/2014/main" id="{88727A57-48C2-4926-A944-B6B8D3DDC2D0}"/>
              </a:ext>
            </a:extLst>
          </p:cNvPr>
          <p:cNvSpPr txBox="1"/>
          <p:nvPr/>
        </p:nvSpPr>
        <p:spPr>
          <a:xfrm>
            <a:off x="2463313" y="3344701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Não</a:t>
            </a:r>
          </a:p>
        </p:txBody>
      </p:sp>
      <p:sp>
        <p:nvSpPr>
          <p:cNvPr id="314" name="CaixaDeTexto 313">
            <a:extLst>
              <a:ext uri="{FF2B5EF4-FFF2-40B4-BE49-F238E27FC236}">
                <a16:creationId xmlns:a16="http://schemas.microsoft.com/office/drawing/2014/main" id="{DB8BF8BA-7118-47BD-AD36-4C2DAD42C3D9}"/>
              </a:ext>
            </a:extLst>
          </p:cNvPr>
          <p:cNvSpPr txBox="1"/>
          <p:nvPr/>
        </p:nvSpPr>
        <p:spPr>
          <a:xfrm>
            <a:off x="1465122" y="2836415"/>
            <a:ext cx="641121" cy="246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1" dirty="0"/>
              <a:t>Sim</a:t>
            </a:r>
          </a:p>
        </p:txBody>
      </p:sp>
      <p:cxnSp>
        <p:nvCxnSpPr>
          <p:cNvPr id="420" name="Conector: Angulado 419">
            <a:extLst>
              <a:ext uri="{FF2B5EF4-FFF2-40B4-BE49-F238E27FC236}">
                <a16:creationId xmlns:a16="http://schemas.microsoft.com/office/drawing/2014/main" id="{7DB429EA-62A2-45C3-B672-7D6965115247}"/>
              </a:ext>
            </a:extLst>
          </p:cNvPr>
          <p:cNvCxnSpPr>
            <a:cxnSpLocks/>
            <a:stCxn id="23" idx="2"/>
            <a:endCxn id="407" idx="3"/>
          </p:cNvCxnSpPr>
          <p:nvPr/>
        </p:nvCxnSpPr>
        <p:spPr>
          <a:xfrm rot="5400000" flipH="1" flipV="1">
            <a:off x="3528268" y="3395912"/>
            <a:ext cx="4053001" cy="981749"/>
          </a:xfrm>
          <a:prstGeom prst="bentConnector4">
            <a:avLst>
              <a:gd name="adj1" fmla="val -19544"/>
              <a:gd name="adj2" fmla="val 36263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Conector: Angulado 444">
            <a:extLst>
              <a:ext uri="{FF2B5EF4-FFF2-40B4-BE49-F238E27FC236}">
                <a16:creationId xmlns:a16="http://schemas.microsoft.com/office/drawing/2014/main" id="{F59DDE56-B2C5-4D0B-9230-87796587169B}"/>
              </a:ext>
            </a:extLst>
          </p:cNvPr>
          <p:cNvCxnSpPr>
            <a:cxnSpLocks/>
            <a:stCxn id="15" idx="3"/>
            <a:endCxn id="407" idx="3"/>
          </p:cNvCxnSpPr>
          <p:nvPr/>
        </p:nvCxnSpPr>
        <p:spPr>
          <a:xfrm flipV="1">
            <a:off x="6045644" y="1860286"/>
            <a:ext cx="12700" cy="1361565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>
            <a:extLst>
              <a:ext uri="{FF2B5EF4-FFF2-40B4-BE49-F238E27FC236}">
                <a16:creationId xmlns:a16="http://schemas.microsoft.com/office/drawing/2014/main" id="{F555E851-B112-4D87-B2E5-8690BD9BD08F}"/>
              </a:ext>
            </a:extLst>
          </p:cNvPr>
          <p:cNvSpPr/>
          <p:nvPr/>
        </p:nvSpPr>
        <p:spPr>
          <a:xfrm>
            <a:off x="9249987" y="4878172"/>
            <a:ext cx="1119913" cy="625053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FILAS DAS</a:t>
            </a:r>
          </a:p>
          <a:p>
            <a:pPr algn="ctr"/>
            <a:r>
              <a:rPr lang="pt-BR" sz="1001" dirty="0"/>
              <a:t>LÂMPADAS</a:t>
            </a:r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id="{351EB7ED-C9EF-D7E9-B4E8-BB9302C99DAA}"/>
              </a:ext>
            </a:extLst>
          </p:cNvPr>
          <p:cNvCxnSpPr>
            <a:cxnSpLocks/>
            <a:stCxn id="89" idx="1"/>
            <a:endCxn id="28" idx="2"/>
          </p:cNvCxnSpPr>
          <p:nvPr/>
        </p:nvCxnSpPr>
        <p:spPr>
          <a:xfrm rot="10800000" flipH="1" flipV="1">
            <a:off x="9246051" y="3803067"/>
            <a:ext cx="3936" cy="1387632"/>
          </a:xfrm>
          <a:prstGeom prst="bentConnector3">
            <a:avLst>
              <a:gd name="adj1" fmla="val -5807927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F3FCD6E8-ACC9-5CBB-908A-B8C3CBE053D4}"/>
              </a:ext>
            </a:extLst>
          </p:cNvPr>
          <p:cNvSpPr/>
          <p:nvPr/>
        </p:nvSpPr>
        <p:spPr>
          <a:xfrm>
            <a:off x="9327722" y="4980756"/>
            <a:ext cx="1119913" cy="625053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FILAS DAS</a:t>
            </a:r>
          </a:p>
          <a:p>
            <a:pPr algn="ctr"/>
            <a:r>
              <a:rPr lang="pt-BR" sz="1001" dirty="0"/>
              <a:t>LÂMPADAS</a:t>
            </a: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5CEF5BEA-E336-2B16-4CD3-220B4ADAD1E6}"/>
              </a:ext>
            </a:extLst>
          </p:cNvPr>
          <p:cNvSpPr/>
          <p:nvPr/>
        </p:nvSpPr>
        <p:spPr>
          <a:xfrm>
            <a:off x="9408293" y="5076704"/>
            <a:ext cx="1119913" cy="625053"/>
          </a:xfrm>
          <a:prstGeom prst="ellips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01" dirty="0"/>
              <a:t>FILAS DAS</a:t>
            </a:r>
          </a:p>
          <a:p>
            <a:pPr algn="ctr"/>
            <a:r>
              <a:rPr lang="pt-BR" sz="1001" dirty="0"/>
              <a:t>LÂMPADAS</a:t>
            </a:r>
          </a:p>
        </p:txBody>
      </p:sp>
    </p:spTree>
    <p:extLst>
      <p:ext uri="{BB962C8B-B14F-4D97-AF65-F5344CB8AC3E}">
        <p14:creationId xmlns:p14="http://schemas.microsoft.com/office/powerpoint/2010/main" val="913959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1775</TotalTime>
  <Words>359</Words>
  <Application>Microsoft Office PowerPoint</Application>
  <PresentationFormat>Widescreen</PresentationFormat>
  <Paragraphs>107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Domingos José Pereira Paraiso</dc:creator>
  <cp:lastModifiedBy>Domingos Paraiso</cp:lastModifiedBy>
  <cp:revision>11</cp:revision>
  <cp:lastPrinted>2022-04-20T20:00:36Z</cp:lastPrinted>
  <dcterms:created xsi:type="dcterms:W3CDTF">2022-04-17T12:46:52Z</dcterms:created>
  <dcterms:modified xsi:type="dcterms:W3CDTF">2023-04-12T01:06:07Z</dcterms:modified>
</cp:coreProperties>
</file>